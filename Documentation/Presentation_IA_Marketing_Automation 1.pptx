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égration d'un Agent IA Prédictif dans notre Solution de Marketing Automation" id="{5A481B1F-F8A8-4B56-80EE-7876A7769D63}">
          <p14:sldIdLst>
            <p14:sldId id="2561"/>
          </p14:sldIdLst>
        </p14:section>
        <p14:section name="Introduction" id="{DB90CC13-11C0-4DC3-854A-995444DCEB42}">
          <p14:sldIdLst>
            <p14:sldId id="2562"/>
            <p14:sldId id="2563"/>
          </p14:sldIdLst>
        </p14:section>
        <p14:section name="Constat Actuel vs Vision Produit" id="{03252594-AFD0-4788-86C4-CB2DF65E5737}">
          <p14:sldIdLst>
            <p14:sldId id="2564"/>
            <p14:sldId id="2565"/>
          </p14:sldIdLst>
        </p14:section>
        <p14:section name="Capacités IA" id="{B43D000F-5EE4-4701-B63E-63C0F08F0A35}">
          <p14:sldIdLst>
            <p14:sldId id="2566"/>
            <p14:sldId id="2567"/>
          </p14:sldIdLst>
        </p14:section>
        <p14:section name="Architecture Technique" id="{6A06C4C4-A8B6-4DCF-B66B-D724B99C394E}">
          <p14:sldIdLst>
            <p14:sldId id="2568"/>
            <p14:sldId id="2569"/>
          </p14:sldIdLst>
        </p14:section>
        <p14:section name="Sécurité et Conformité" id="{BFD9051E-D50C-4A12-A41F-373EF19CBCD9}">
          <p14:sldIdLst>
            <p14:sldId id="2570"/>
            <p14:sldId id="2571"/>
          </p14:sldIdLst>
        </p14:section>
        <p14:section name="Impacts Fonctionnels" id="{232C3B4C-4B60-4C1E-A40D-9284FA9BD4BE}">
          <p14:sldIdLst>
            <p14:sldId id="2572"/>
            <p14:sldId id="2573"/>
          </p14:sldIdLst>
        </p14:section>
        <p14:section name="Roadmap" id="{202132B5-02CC-49FB-9474-60C65506CED1}">
          <p14:sldIdLst>
            <p14:sldId id="2574"/>
            <p14:sldId id="2575"/>
          </p14:sldIdLst>
        </p14:section>
        <p14:section name="Organisation Projet" id="{5914E12D-2878-4105-A196-81B08F2634D9}">
          <p14:sldIdLst>
            <p14:sldId id="2576"/>
            <p14:sldId id="2577"/>
          </p14:sldIdLst>
        </p14:section>
        <p14:section name="Conclusion" id="{40CB72E7-EBA1-4224-B4DF-541FB818276D}">
          <p14:sldIdLst>
            <p14:sldId id="2578"/>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1D6468-B9AF-4FF9-83EB-AA25541C00E2}" type="datetimeFigureOut">
              <a:t>7/27/2026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88DC65-9093-412C-97F1-80D3CF59E7B1}" type="slidenum">
              <a:t>‹#›</a:t>
            </a:fld>
            <a:endParaRPr lang="en-US"/>
          </a:p>
        </p:txBody>
      </p:sp>
    </p:spTree>
    <p:extLst>
      <p:ext uri="{BB962C8B-B14F-4D97-AF65-F5344CB8AC3E}">
        <p14:creationId xmlns:p14="http://schemas.microsoft.com/office/powerpoint/2010/main" val="950378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 contenu généré par l’IA peut être incorrect.
---
</a:t>
            </a:r>
          </a:p>
        </p:txBody>
      </p:sp>
      <p:sp>
        <p:nvSpPr>
          <p:cNvPr id="4" name="Slide Number Placeholder 3"/>
          <p:cNvSpPr>
            <a:spLocks noGrp="1"/>
          </p:cNvSpPr>
          <p:nvPr>
            <p:ph type="sldNum" sz="quarter" idx="5"/>
          </p:nvPr>
        </p:nvSpPr>
        <p:spPr/>
        <p:txBody>
          <a:bodyPr/>
          <a:lstStyle/>
          <a:p>
            <a:fld id="{14570B28-738A-4352-B697-BBCC0D2B5809}" type="slidenum">
              <a:t>1</a:t>
            </a:fld>
            <a:endParaRPr lang="en-US"/>
          </a:p>
        </p:txBody>
      </p:sp>
    </p:spTree>
    <p:extLst>
      <p:ext uri="{BB962C8B-B14F-4D97-AF65-F5344CB8AC3E}">
        <p14:creationId xmlns:p14="http://schemas.microsoft.com/office/powerpoint/2010/main" val="15585862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Titre &amp; Introduction</a:t>
            </a:r>
          </a:p>
        </p:txBody>
      </p:sp>
      <p:sp>
        <p:nvSpPr>
          <p:cNvPr id="4" name="Slide Number Placeholder 3"/>
          <p:cNvSpPr>
            <a:spLocks noGrp="1"/>
          </p:cNvSpPr>
          <p:nvPr>
            <p:ph type="sldNum" sz="quarter" idx="5"/>
          </p:nvPr>
        </p:nvSpPr>
        <p:spPr/>
        <p:txBody>
          <a:bodyPr/>
          <a:lstStyle/>
          <a:p>
            <a:fld id="{14570B28-738A-4352-B697-BBCC0D2B5809}" type="slidenum">
              <a:t>2</a:t>
            </a:fld>
            <a:endParaRPr lang="en-US"/>
          </a:p>
        </p:txBody>
      </p:sp>
    </p:spTree>
    <p:extLst>
      <p:ext uri="{BB962C8B-B14F-4D97-AF65-F5344CB8AC3E}">
        <p14:creationId xmlns:p14="http://schemas.microsoft.com/office/powerpoint/2010/main" val="2857848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Cette présentation expose la vision d’intégration d’un agent d’intelligence artificielle prédictif au sein d’une plateforme de Marketing Automation destinée au secteur bancaire. L’objectif principal est de transformer une logique de marketing segmenté et statique en une approche d’hyper‑personnalisation capable d’analyser les comportements, les préférences et les interactions clients afin de proposer des recommandations individualisées en temps réel. La démarche vise à améliorer la pertinence des campagnes, accroître l’engagement client et optimiser le retour sur investissement marketing tout en garantissant le respect des exigences réglementaires. L’intégration proposée repose sur une architecture sécurisée et non intrusive permettant de valoriser les données disponibles dans les systèmes existants sans modifier profondément les processus internes. Grâce à des mécanismes avancés de Machine Learning, l’agent peut identifier les opportunités commerciales les plus prometteuses, sélectionner automatiquement les offres adaptées, recommander le meilleur canal de communication et déterminer le moment optimal pour contacter chaque client. L’ensemble de ces capacités s’inscrit dans un cadre de gouvernance des données renforcé, compatible avec les contraintes réglementaires bancaires, notamment en matière de confidentialité, de protection des données personnelles et de conformité. Le projet constitue ainsi une évolution stratégique permettant à la banque de renforcer la satisfaction client, d’accélérer la conversion commerciale et de développer une approche marketing pilotée par la donnée et l’intelligence artificielle.</a:t>
            </a:r>
          </a:p>
        </p:txBody>
      </p:sp>
      <p:sp>
        <p:nvSpPr>
          <p:cNvPr id="4" name="Slide Number Placeholder 3"/>
          <p:cNvSpPr>
            <a:spLocks noGrp="1"/>
          </p:cNvSpPr>
          <p:nvPr>
            <p:ph type="sldNum" sz="quarter" idx="5"/>
          </p:nvPr>
        </p:nvSpPr>
        <p:spPr/>
        <p:txBody>
          <a:bodyPr/>
          <a:lstStyle/>
          <a:p>
            <a:fld id="{14570B28-738A-4352-B697-BBCC0D2B5809}" type="slidenum">
              <a:t>3</a:t>
            </a:fld>
            <a:endParaRPr lang="en-US"/>
          </a:p>
        </p:txBody>
      </p:sp>
    </p:spTree>
    <p:extLst>
      <p:ext uri="{BB962C8B-B14F-4D97-AF65-F5344CB8AC3E}">
        <p14:creationId xmlns:p14="http://schemas.microsoft.com/office/powerpoint/2010/main" val="1763956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Du moteur statique vers un moteur intelligent piloté par IA</a:t>
            </a:r>
          </a:p>
        </p:txBody>
      </p:sp>
      <p:sp>
        <p:nvSpPr>
          <p:cNvPr id="4" name="Slide Number Placeholder 3"/>
          <p:cNvSpPr>
            <a:spLocks noGrp="1"/>
          </p:cNvSpPr>
          <p:nvPr>
            <p:ph type="sldNum" sz="quarter" idx="5"/>
          </p:nvPr>
        </p:nvSpPr>
        <p:spPr/>
        <p:txBody>
          <a:bodyPr/>
          <a:lstStyle/>
          <a:p>
            <a:fld id="{14570B28-738A-4352-B697-BBCC0D2B5809}" type="slidenum">
              <a:t>4</a:t>
            </a:fld>
            <a:endParaRPr lang="en-US"/>
          </a:p>
        </p:txBody>
      </p:sp>
    </p:spTree>
    <p:extLst>
      <p:ext uri="{BB962C8B-B14F-4D97-AF65-F5344CB8AC3E}">
        <p14:creationId xmlns:p14="http://schemas.microsoft.com/office/powerpoint/2010/main" val="1402058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 fonctionnement actuel du marketing automation repose majoritairement sur des règles statiques définies manuellement par les équipes métier. Les campagnes sont construites à partir de critères déclaratifs simples tels que le niveau de solde ou des caractéristiques démographiques. Cette logique conduit à des campagnes massives et peu différenciées où l’ensemble des clients d’un segment reçoit un message identique à des horaires fixes. Les exclusions de population sont souvent réalisées manuellement, ce qui augmente les risques d’erreur, limite l’agilité opérationnelle et réduit l’efficacité commerciale. La vision cible consiste à introduire un moteur prédictif alimenté par l’intelligence artificielle et le Machine Learning. Dans ce nouveau modèle, les ciblages ne reposent plus uniquement sur des règles statiques mais sur des scores de propension calculés individuellement. Les campagnes peuvent intégrer des mécanismes de Next Best Action permettant de sélectionner automatiquement l’offre la plus pertinente selon le profil du client. Le système détermine également le meilleur moment d’envoi grâce à des modèles de Send Time Optimization. Enfin, des filtres automatiques de risque et de conformité garantissent l’application systématique des règles réglementaires et des contraintes internes avant toute activation marketing. Cette évolution permet de passer d’un marketing orienté segments à un marketing orienté individu.</a:t>
            </a:r>
          </a:p>
        </p:txBody>
      </p:sp>
      <p:sp>
        <p:nvSpPr>
          <p:cNvPr id="4" name="Slide Number Placeholder 3"/>
          <p:cNvSpPr>
            <a:spLocks noGrp="1"/>
          </p:cNvSpPr>
          <p:nvPr>
            <p:ph type="sldNum" sz="quarter" idx="5"/>
          </p:nvPr>
        </p:nvSpPr>
        <p:spPr/>
        <p:txBody>
          <a:bodyPr/>
          <a:lstStyle/>
          <a:p>
            <a:fld id="{14570B28-738A-4352-B697-BBCC0D2B5809}" type="slidenum">
              <a:t>5</a:t>
            </a:fld>
            <a:endParaRPr lang="en-US"/>
          </a:p>
        </p:txBody>
      </p:sp>
    </p:spTree>
    <p:extLst>
      <p:ext uri="{BB962C8B-B14F-4D97-AF65-F5344CB8AC3E}">
        <p14:creationId xmlns:p14="http://schemas.microsoft.com/office/powerpoint/2010/main" val="3256345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Les 4 nouvelles capacités de la solution</a:t>
            </a:r>
          </a:p>
        </p:txBody>
      </p:sp>
      <p:sp>
        <p:nvSpPr>
          <p:cNvPr id="4" name="Slide Number Placeholder 3"/>
          <p:cNvSpPr>
            <a:spLocks noGrp="1"/>
          </p:cNvSpPr>
          <p:nvPr>
            <p:ph type="sldNum" sz="quarter" idx="5"/>
          </p:nvPr>
        </p:nvSpPr>
        <p:spPr/>
        <p:txBody>
          <a:bodyPr/>
          <a:lstStyle/>
          <a:p>
            <a:fld id="{14570B28-738A-4352-B697-BBCC0D2B5809}" type="slidenum">
              <a:t>6</a:t>
            </a:fld>
            <a:endParaRPr lang="en-US"/>
          </a:p>
        </p:txBody>
      </p:sp>
    </p:spTree>
    <p:extLst>
      <p:ext uri="{BB962C8B-B14F-4D97-AF65-F5344CB8AC3E}">
        <p14:creationId xmlns:p14="http://schemas.microsoft.com/office/powerpoint/2010/main" val="423420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L’intégration de l’agent IA apporte quatre capacités différenciantes qui renforcent significativement la performance marketing. Premièrement, le Scoring Prédictif s’appuie sur des algorithmes tels que XGBoost ou LightGBM afin d’identifier les clients présentant la plus forte probabilité d’intérêt pour une offre. Deuxièmement, le moteur Next Best Action sélectionne le produit bancaire le plus pertinent pour chaque client parmi différentes catégories telles que le crédit, l’épargne ou les cartes bancaires. Troisièmement, le module Send Time Optimization analyse les comportements historiques pour déterminer le jour et l’heure offrant les meilleures probabilités d’engagement. Quatrièmement, le Routing Multi‑Canal Intelligent choisit automatiquement le canal de communication le plus performant entre les notifications mobiles, les SMS ou les actions relayées via le CRM agence. Ces quatre briques fonctionnent de manière complémentaire afin d’augmenter la pertinence des interactions, réduire la pression commerciale inutile et maximiser les taux de conversion. L’approche permet également de rationaliser les campagnes marketing en s’appuyant sur des décisions automatisées, traçables et mesurables.</a:t>
            </a:r>
          </a:p>
        </p:txBody>
      </p:sp>
      <p:sp>
        <p:nvSpPr>
          <p:cNvPr id="4" name="Slide Number Placeholder 3"/>
          <p:cNvSpPr>
            <a:spLocks noGrp="1"/>
          </p:cNvSpPr>
          <p:nvPr>
            <p:ph type="sldNum" sz="quarter" idx="5"/>
          </p:nvPr>
        </p:nvSpPr>
        <p:spPr/>
        <p:txBody>
          <a:bodyPr/>
          <a:lstStyle/>
          <a:p>
            <a:fld id="{14570B28-738A-4352-B697-BBCC0D2B5809}" type="slidenum">
              <a:t>7</a:t>
            </a:fld>
            <a:endParaRPr lang="en-US"/>
          </a:p>
        </p:txBody>
      </p:sp>
    </p:spTree>
    <p:extLst>
      <p:ext uri="{BB962C8B-B14F-4D97-AF65-F5344CB8AC3E}">
        <p14:creationId xmlns:p14="http://schemas.microsoft.com/office/powerpoint/2010/main" val="4255266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Architecture &amp; Intégration Technique Non Intrusive</a:t>
            </a:r>
          </a:p>
        </p:txBody>
      </p:sp>
      <p:sp>
        <p:nvSpPr>
          <p:cNvPr id="4" name="Slide Number Placeholder 3"/>
          <p:cNvSpPr>
            <a:spLocks noGrp="1"/>
          </p:cNvSpPr>
          <p:nvPr>
            <p:ph type="sldNum" sz="quarter" idx="5"/>
          </p:nvPr>
        </p:nvSpPr>
        <p:spPr/>
        <p:txBody>
          <a:bodyPr/>
          <a:lstStyle/>
          <a:p>
            <a:fld id="{14570B28-738A-4352-B697-BBCC0D2B5809}" type="slidenum">
              <a:t>8</a:t>
            </a:fld>
            <a:endParaRPr lang="en-US"/>
          </a:p>
        </p:txBody>
      </p:sp>
    </p:spTree>
    <p:extLst>
      <p:ext uri="{BB962C8B-B14F-4D97-AF65-F5344CB8AC3E}">
        <p14:creationId xmlns:p14="http://schemas.microsoft.com/office/powerpoint/2010/main" val="27993601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L’architecture proposée est conçue pour s’intégrer aux systèmes existants sans remettre en cause l’écosystème technologique en place. Les données clients et transactionnelles sont collectées depuis le Data Lake de la banque puis transmises à l’Agent IA Prédictif lors d’un traitement nocturne programmé. Le moteur d’intelligence artificielle calcule les scores, recommandations et indicateurs nécessaires avant d’alimenter la base de données de Marketing Automation. Les scénarios marketing exploitent ensuite ces informations enrichies pour exécuter des campagnes plus pertinentes. L’approche est entièrement On‑Premise afin de garantir que les données demeurent hébergées et traitées dans les infrastructures internes de la banque. Le modèle hybride combine des traitements batch nocturnes adaptés à la majorité des usages et des APIs de micro‑services permettant de répondre à des événements temps réel. Cette architecture favorise la scalabilité, la sécurité, la conformité et la simplicité d’intégration tout en minimisant les impacts sur les applications existantes. Elle constitue un socle robuste pour généraliser progressivement l’usage de l’intelligence artificielle au sein des processus marketing.</a:t>
            </a:r>
          </a:p>
        </p:txBody>
      </p:sp>
      <p:sp>
        <p:nvSpPr>
          <p:cNvPr id="4" name="Slide Number Placeholder 3"/>
          <p:cNvSpPr>
            <a:spLocks noGrp="1"/>
          </p:cNvSpPr>
          <p:nvPr>
            <p:ph type="sldNum" sz="quarter" idx="5"/>
          </p:nvPr>
        </p:nvSpPr>
        <p:spPr/>
        <p:txBody>
          <a:bodyPr/>
          <a:lstStyle/>
          <a:p>
            <a:fld id="{14570B28-738A-4352-B697-BBCC0D2B5809}" type="slidenum">
              <a:t>9</a:t>
            </a:fld>
            <a:endParaRPr lang="en-US"/>
          </a:p>
        </p:txBody>
      </p:sp>
    </p:spTree>
    <p:extLst>
      <p:ext uri="{BB962C8B-B14F-4D97-AF65-F5344CB8AC3E}">
        <p14:creationId xmlns:p14="http://schemas.microsoft.com/office/powerpoint/2010/main" val="1296049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Sécurité, Conformité &amp; Gestion des Risques</a:t>
            </a:r>
          </a:p>
        </p:txBody>
      </p:sp>
      <p:sp>
        <p:nvSpPr>
          <p:cNvPr id="4" name="Slide Number Placeholder 3"/>
          <p:cNvSpPr>
            <a:spLocks noGrp="1"/>
          </p:cNvSpPr>
          <p:nvPr>
            <p:ph type="sldNum" sz="quarter" idx="5"/>
          </p:nvPr>
        </p:nvSpPr>
        <p:spPr/>
        <p:txBody>
          <a:bodyPr/>
          <a:lstStyle/>
          <a:p>
            <a:fld id="{14570B28-738A-4352-B697-BBCC0D2B5809}" type="slidenum">
              <a:t>10</a:t>
            </a:fld>
            <a:endParaRPr lang="en-US"/>
          </a:p>
        </p:txBody>
      </p:sp>
    </p:spTree>
    <p:extLst>
      <p:ext uri="{BB962C8B-B14F-4D97-AF65-F5344CB8AC3E}">
        <p14:creationId xmlns:p14="http://schemas.microsoft.com/office/powerpoint/2010/main" val="30019023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sécurité et la conformité représentent un pilier essentiel de la solution. Sur le volet protection des données personnelles, un contrôle systématique du consentement Opt‑In est effectué avant toute sollicitation commerciale et aucune donnée personnelle sensible n’est exposée directement aux modèles. Concernant les exigences réglementaires bancaires, la plateforme applique automatiquement des règles de filtrage liées à l’endettement, au fichage ou à toute autre restriction définie par la gouvernance interne. Les clients non éligibles sont exclus automatiquement des campagnes. La troisième composante concerne l’explicabilité des modèles grâce aux approches XAI. Les valeurs SHAP permettent de comprendre et justifier les décisions algorithmiques en identifiant les facteurs ayant influencé un score ou une recommandation. Cette transparence favorise les audits, la gouvernance des modèles et la confiance des parties prenantes. Ensemble, ces dispositifs réduisent les risques opérationnels, réglementaires et réputationnels tout en garantissant l’utilisation responsable de l’intelligence artificielle dans un contexte bancaire exigeant.</a:t>
            </a:r>
          </a:p>
        </p:txBody>
      </p:sp>
      <p:sp>
        <p:nvSpPr>
          <p:cNvPr id="4" name="Slide Number Placeholder 3"/>
          <p:cNvSpPr>
            <a:spLocks noGrp="1"/>
          </p:cNvSpPr>
          <p:nvPr>
            <p:ph type="sldNum" sz="quarter" idx="5"/>
          </p:nvPr>
        </p:nvSpPr>
        <p:spPr/>
        <p:txBody>
          <a:bodyPr/>
          <a:lstStyle/>
          <a:p>
            <a:fld id="{14570B28-738A-4352-B697-BBCC0D2B5809}" type="slidenum">
              <a:t>11</a:t>
            </a:fld>
            <a:endParaRPr lang="en-US"/>
          </a:p>
        </p:txBody>
      </p:sp>
    </p:spTree>
    <p:extLst>
      <p:ext uri="{BB962C8B-B14F-4D97-AF65-F5344CB8AC3E}">
        <p14:creationId xmlns:p14="http://schemas.microsoft.com/office/powerpoint/2010/main" val="4173000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Impact sur la Base de Données et les Interfaces</a:t>
            </a:r>
          </a:p>
        </p:txBody>
      </p:sp>
      <p:sp>
        <p:nvSpPr>
          <p:cNvPr id="4" name="Slide Number Placeholder 3"/>
          <p:cNvSpPr>
            <a:spLocks noGrp="1"/>
          </p:cNvSpPr>
          <p:nvPr>
            <p:ph type="sldNum" sz="quarter" idx="5"/>
          </p:nvPr>
        </p:nvSpPr>
        <p:spPr/>
        <p:txBody>
          <a:bodyPr/>
          <a:lstStyle/>
          <a:p>
            <a:fld id="{14570B28-738A-4352-B697-BBCC0D2B5809}" type="slidenum">
              <a:t>12</a:t>
            </a:fld>
            <a:endParaRPr lang="en-US"/>
          </a:p>
        </p:txBody>
      </p:sp>
    </p:spTree>
    <p:extLst>
      <p:ext uri="{BB962C8B-B14F-4D97-AF65-F5344CB8AC3E}">
        <p14:creationId xmlns:p14="http://schemas.microsoft.com/office/powerpoint/2010/main" val="28933702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L’implémentation de l’agent IA nécessite l’ajout d’un ensemble limité mais stratégique de champs au sein de la base de données marketing. Parmi les attributs clés figurent next_best_action pour la recommandation d’offre, propensity_score pour le score de propension, recommended_channel pour le canal suggéré, optimal_time_slot pour la plage horaire optimale ainsi que eligibility_status pour la gestion de l’éligibilité réglementaire. Ces informations enrichissent les profils clients tout en restant exploitables par les outils existants. Du côté des interfaces marketing, l’objectif est de conserver une expérience utilisateur simple et intuitive grâce à des mécanismes de filtrage en glisser‑déposer. Les équipes métier pourront construire des segments dynamiques avec des règles telles que « propension supérieure à 0,70 » ou « canal recommandé égal à Push App ». Cette approche démocratise l’usage de l’intelligence artificielle auprès des utilisateurs marketing sans nécessiter de compétences techniques avancées. Elle favorise également l’adoption rapide de la solution et la multiplication des cas d’usage à forte valeur ajoutée.</a:t>
            </a:r>
          </a:p>
        </p:txBody>
      </p:sp>
      <p:sp>
        <p:nvSpPr>
          <p:cNvPr id="4" name="Slide Number Placeholder 3"/>
          <p:cNvSpPr>
            <a:spLocks noGrp="1"/>
          </p:cNvSpPr>
          <p:nvPr>
            <p:ph type="sldNum" sz="quarter" idx="5"/>
          </p:nvPr>
        </p:nvSpPr>
        <p:spPr/>
        <p:txBody>
          <a:bodyPr/>
          <a:lstStyle/>
          <a:p>
            <a:fld id="{14570B28-738A-4352-B697-BBCC0D2B5809}" type="slidenum">
              <a:t>13</a:t>
            </a:fld>
            <a:endParaRPr lang="en-US"/>
          </a:p>
        </p:txBody>
      </p:sp>
    </p:spTree>
    <p:extLst>
      <p:ext uri="{BB962C8B-B14F-4D97-AF65-F5344CB8AC3E}">
        <p14:creationId xmlns:p14="http://schemas.microsoft.com/office/powerpoint/2010/main" val="3663511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Feuille de Route du Projet sur 10 Semaines</a:t>
            </a:r>
          </a:p>
        </p:txBody>
      </p:sp>
      <p:sp>
        <p:nvSpPr>
          <p:cNvPr id="4" name="Slide Number Placeholder 3"/>
          <p:cNvSpPr>
            <a:spLocks noGrp="1"/>
          </p:cNvSpPr>
          <p:nvPr>
            <p:ph type="sldNum" sz="quarter" idx="5"/>
          </p:nvPr>
        </p:nvSpPr>
        <p:spPr/>
        <p:txBody>
          <a:bodyPr/>
          <a:lstStyle/>
          <a:p>
            <a:fld id="{14570B28-738A-4352-B697-BBCC0D2B5809}" type="slidenum">
              <a:t>14</a:t>
            </a:fld>
            <a:endParaRPr lang="en-US"/>
          </a:p>
        </p:txBody>
      </p:sp>
    </p:spTree>
    <p:extLst>
      <p:ext uri="{BB962C8B-B14F-4D97-AF65-F5344CB8AC3E}">
        <p14:creationId xmlns:p14="http://schemas.microsoft.com/office/powerpoint/2010/main" val="2613910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feuille de route prévoit une mise en œuvre progressive sur dix semaines afin de sécuriser les livrables et garantir l’alignement entre les différentes parties prenantes. La première étape, couvrant les semaines 1 à 2, est consacrée au cadrage fonctionnel, à la conception des schémas SQL et à la validation des exigences de conformité. Les semaines 3 à 5 portent sur le développement du pipeline Machine Learning et l’intégration des règles métier ainsi que des mécanismes de scoring. Les semaines 6 à 8 sont dédiées à la connexion avec les APIs, à l’intégration au référentiel marketing et à l’enrichissement de la base de données. Enfin, les semaines 9 à 10 permettent de réaliser la recette d’ensemble, d’effectuer des tests de performance et de lancer un pilote A/B Test sur une partie représentative de la base client. Cette progression graduelle réduit les risques de déploiement et garantit une montée en charge maîtrisée jusqu’à la mise en production.</a:t>
            </a:r>
          </a:p>
        </p:txBody>
      </p:sp>
      <p:sp>
        <p:nvSpPr>
          <p:cNvPr id="4" name="Slide Number Placeholder 3"/>
          <p:cNvSpPr>
            <a:spLocks noGrp="1"/>
          </p:cNvSpPr>
          <p:nvPr>
            <p:ph type="sldNum" sz="quarter" idx="5"/>
          </p:nvPr>
        </p:nvSpPr>
        <p:spPr/>
        <p:txBody>
          <a:bodyPr/>
          <a:lstStyle/>
          <a:p>
            <a:fld id="{14570B28-738A-4352-B697-BBCC0D2B5809}" type="slidenum">
              <a:t>15</a:t>
            </a:fld>
            <a:endParaRPr lang="en-US"/>
          </a:p>
        </p:txBody>
      </p:sp>
    </p:spTree>
    <p:extLst>
      <p:ext uri="{BB962C8B-B14F-4D97-AF65-F5344CB8AC3E}">
        <p14:creationId xmlns:p14="http://schemas.microsoft.com/office/powerpoint/2010/main" val="3426608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Rôles &amp; Responsabilités</a:t>
            </a:r>
          </a:p>
        </p:txBody>
      </p:sp>
      <p:sp>
        <p:nvSpPr>
          <p:cNvPr id="4" name="Slide Number Placeholder 3"/>
          <p:cNvSpPr>
            <a:spLocks noGrp="1"/>
          </p:cNvSpPr>
          <p:nvPr>
            <p:ph type="sldNum" sz="quarter" idx="5"/>
          </p:nvPr>
        </p:nvSpPr>
        <p:spPr/>
        <p:txBody>
          <a:bodyPr/>
          <a:lstStyle/>
          <a:p>
            <a:fld id="{14570B28-738A-4352-B697-BBCC0D2B5809}" type="slidenum">
              <a:t>16</a:t>
            </a:fld>
            <a:endParaRPr lang="en-US"/>
          </a:p>
        </p:txBody>
      </p:sp>
    </p:spTree>
    <p:extLst>
      <p:ext uri="{BB962C8B-B14F-4D97-AF65-F5344CB8AC3E}">
        <p14:creationId xmlns:p14="http://schemas.microsoft.com/office/powerpoint/2010/main" val="15009290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 succès du projet repose sur une collaboration étroite entre plusieurs équipes spécialisées. L’équipe Data &amp; AI assure la conception des modèles prédictifs, l’entraînement des algorithmes de Machine Learning et l’exploitation du pipeline d’inférence quotidien reposant notamment sur Airflow. Les équipes de développement plateforme et les Solution Owners sont responsables des adaptations de la base de données, de la création des webhooks, de l’intégration des APIs et de l’exposition des nouveaux filtres dans les interfaces métier. Les équipes Risk &amp; Compliance valident les garde‑fous réglementaires, les règles d’éligibilité et les mécanismes de contrôle nécessaires au respect des contraintes BAM et CNDP. Enfin, l’équipe Marketing Ops pilote la mise en place des campagnes expérimentales, supervise les tests A/B et analyse les performances afin d’orienter les futures optimisations. Cette répartition claire des responsabilités garantit une gouvernance efficace et accélère l’adoption des nouvelles capacités d’intelligence artificielle.</a:t>
            </a:r>
          </a:p>
        </p:txBody>
      </p:sp>
      <p:sp>
        <p:nvSpPr>
          <p:cNvPr id="4" name="Slide Number Placeholder 3"/>
          <p:cNvSpPr>
            <a:spLocks noGrp="1"/>
          </p:cNvSpPr>
          <p:nvPr>
            <p:ph type="sldNum" sz="quarter" idx="5"/>
          </p:nvPr>
        </p:nvSpPr>
        <p:spPr/>
        <p:txBody>
          <a:bodyPr/>
          <a:lstStyle/>
          <a:p>
            <a:fld id="{14570B28-738A-4352-B697-BBCC0D2B5809}" type="slidenum">
              <a:t>17</a:t>
            </a:fld>
            <a:endParaRPr lang="en-US"/>
          </a:p>
        </p:txBody>
      </p:sp>
    </p:spTree>
    <p:extLst>
      <p:ext uri="{BB962C8B-B14F-4D97-AF65-F5344CB8AC3E}">
        <p14:creationId xmlns:p14="http://schemas.microsoft.com/office/powerpoint/2010/main" val="23467717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Bénéfices Attendus &amp; Prochaines Étapes</a:t>
            </a:r>
          </a:p>
        </p:txBody>
      </p:sp>
      <p:sp>
        <p:nvSpPr>
          <p:cNvPr id="4" name="Slide Number Placeholder 3"/>
          <p:cNvSpPr>
            <a:spLocks noGrp="1"/>
          </p:cNvSpPr>
          <p:nvPr>
            <p:ph type="sldNum" sz="quarter" idx="5"/>
          </p:nvPr>
        </p:nvSpPr>
        <p:spPr/>
        <p:txBody>
          <a:bodyPr/>
          <a:lstStyle/>
          <a:p>
            <a:fld id="{14570B28-738A-4352-B697-BBCC0D2B5809}" type="slidenum">
              <a:t>18</a:t>
            </a:fld>
            <a:endParaRPr lang="en-US"/>
          </a:p>
        </p:txBody>
      </p:sp>
    </p:spTree>
    <p:extLst>
      <p:ext uri="{BB962C8B-B14F-4D97-AF65-F5344CB8AC3E}">
        <p14:creationId xmlns:p14="http://schemas.microsoft.com/office/powerpoint/2010/main" val="12561522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L’intégration d’un agent IA prédictif constitue un levier majeur d’amélioration de la performance marketing. Les gains attendus incluent une augmentation comprise entre 25 % et 40 % des taux de conversion grâce à un ciblage plus pertinent et une meilleure personnalisation des interactions. La sélection intelligente des canaux permet également de réduire jusqu’à 30 % des coûts d’envoi en privilégiant les moyens de communication les plus efficaces et les moins coûteux. Les mécanismes automatiques de filtrage et de conformité contribuent à diminuer fortement les risques réglementaires tout en sécurisant les campagnes. Au‑delà des gains financiers, la solution améliore l’expérience client, renforce la pertinence des recommandations et favorise une relation plus personnalisée entre la banque et ses clients. La prochaine étape consiste à organiser un atelier de cadrage technique réunissant les équipes Data, Développement et Architecture afin de valider les schémas SQL, les contrats d’API et les modalités détaillées d’intégration. Cette phase préparatoire permettra de lancer rapidement les travaux tout en garantissant une trajectoire maîtrisée vers la mise en production.</a:t>
            </a:r>
          </a:p>
        </p:txBody>
      </p:sp>
      <p:sp>
        <p:nvSpPr>
          <p:cNvPr id="4" name="Slide Number Placeholder 3"/>
          <p:cNvSpPr>
            <a:spLocks noGrp="1"/>
          </p:cNvSpPr>
          <p:nvPr>
            <p:ph type="sldNum" sz="quarter" idx="5"/>
          </p:nvPr>
        </p:nvSpPr>
        <p:spPr/>
        <p:txBody>
          <a:bodyPr/>
          <a:lstStyle/>
          <a:p>
            <a:fld id="{14570B28-738A-4352-B697-BBCC0D2B5809}" type="slidenum">
              <a:t>19</a:t>
            </a:fld>
            <a:endParaRPr lang="en-US"/>
          </a:p>
        </p:txBody>
      </p:sp>
    </p:spTree>
    <p:extLst>
      <p:ext uri="{BB962C8B-B14F-4D97-AF65-F5344CB8AC3E}">
        <p14:creationId xmlns:p14="http://schemas.microsoft.com/office/powerpoint/2010/main" val="1016401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577005" y="1016955"/>
            <a:ext cx="9140954" cy="3346590"/>
          </a:xfrm>
          <a:prstGeom prst="rect">
            <a:avLst/>
          </a:prstGeom>
        </p:spPr>
        <p:txBody>
          <a:bodyPr vert="horz" lIns="91440" tIns="45720" rIns="91440" bIns="45720" rtlCol="0" anchor="t">
            <a:normAutofit/>
          </a:bodyPr>
          <a:lstStyle>
            <a:lvl1pPr>
              <a:defRPr lang="en-US" sz="7200" cap="all" baseline="0" dirty="0">
                <a:solidFill>
                  <a:schemeClr val="bg1"/>
                </a:solidFill>
                <a:latin typeface="+mj-lt"/>
              </a:defRPr>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3462963" y="4869030"/>
            <a:ext cx="7152030" cy="987254"/>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rtl="0"/>
            <a:r>
              <a:rPr lang="fr"/>
              <a:t>Modifiez le style des sous-titres du masque</a:t>
            </a:r>
            <a:endParaRPr lang="en-US"/>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82023" cy="365760"/>
          </a:xfrm>
          <a:prstGeom prst="rect">
            <a:avLst/>
          </a:prstGeom>
        </p:spPr>
        <p:txBody>
          <a:bodyPr rtlCol="0"/>
          <a:lstStyle>
            <a:lvl1pPr>
              <a:defRPr>
                <a:solidFill>
                  <a:schemeClr val="bg1"/>
                </a:solidFill>
              </a:defRPr>
            </a:lvl1pPr>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77000"/>
            <a:ext cx="1885955" cy="381000"/>
          </a:xfrm>
          <a:prstGeom prst="rect">
            <a:avLst/>
          </a:prstGeom>
        </p:spPr>
        <p:txBody>
          <a:bodyPr rtlCol="0"/>
          <a:lstStyle>
            <a:lvl1pPr>
              <a:defRPr>
                <a:solidFill>
                  <a:schemeClr val="bg1"/>
                </a:solidFill>
              </a:defRPr>
            </a:lvl1pPr>
          </a:lstStyle>
          <a:p>
            <a:pPr rtl="0"/>
            <a:r>
              <a:rPr lang="en-US"/>
              <a:t>17/09/2025</a:t>
            </a:r>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1" cy="365761"/>
          </a:xfrm>
          <a:prstGeom prst="rect">
            <a:avLst/>
          </a:prstGeom>
        </p:spPr>
        <p:txBody>
          <a:bodyPr rtlCol="0"/>
          <a:lstStyle>
            <a:lvl1pPr>
              <a:defRPr>
                <a:solidFill>
                  <a:schemeClr val="bg1"/>
                </a:solidFill>
              </a:defRPr>
            </a:lvl1pPr>
          </a:lstStyle>
          <a:p>
            <a:pPr rtl="0"/>
            <a:fld id="{AEAA3239-9EA4-4A65-A281-97F994456D9F}" type="slidenum">
              <a:rPr lang="en-US" smtClean="0"/>
              <a:pPr rtl="0"/>
              <a:t>‹#›</a:t>
            </a:fld>
            <a:endParaRPr lang="en-US"/>
          </a:p>
        </p:txBody>
      </p:sp>
      <p:sp>
        <p:nvSpPr>
          <p:cNvPr id="7" name="Rectangle 6">
            <a:extLst>
              <a:ext uri="{FF2B5EF4-FFF2-40B4-BE49-F238E27FC236}">
                <a16:creationId xmlns:a16="http://schemas.microsoft.com/office/drawing/2014/main" id="{6631FF2A-9DA0-DC5C-0C53-91FDE15093DD}"/>
              </a:ext>
            </a:extLst>
          </p:cNvPr>
          <p:cNvSpPr/>
          <p:nvPr userDrawn="1"/>
        </p:nvSpPr>
        <p:spPr>
          <a:xfrm>
            <a:off x="9110040" y="6155911"/>
            <a:ext cx="308195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Rectangle 7">
            <a:extLst>
              <a:ext uri="{FF2B5EF4-FFF2-40B4-BE49-F238E27FC236}">
                <a16:creationId xmlns:a16="http://schemas.microsoft.com/office/drawing/2014/main" id="{BCA4208E-B529-0934-86E0-24278D43C68A}"/>
              </a:ext>
            </a:extLst>
          </p:cNvPr>
          <p:cNvSpPr/>
          <p:nvPr userDrawn="1"/>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8585326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u">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746759"/>
          </a:xfrm>
          <a:prstGeom prst="rect">
            <a:avLst/>
          </a:prstGeom>
        </p:spPr>
        <p:txBody>
          <a:bodyPr rtlCol="0" anchor="t">
            <a:normAutofit/>
          </a:bodyPr>
          <a:lstStyle>
            <a:lvl1pPr>
              <a:defRPr sz="3600" cap="all" baseline="0"/>
            </a:lvl1pPr>
          </a:lstStyle>
          <a:p>
            <a:pPr rtl="0"/>
            <a:r>
              <a:rPr lang="fr"/>
              <a:t>Modifiez le style du titre</a:t>
            </a:r>
          </a:p>
        </p:txBody>
      </p:sp>
      <p:sp>
        <p:nvSpPr>
          <p:cNvPr id="3" name="Espace réservé du contenu 2">
            <a:extLst>
              <a:ext uri="{FF2B5EF4-FFF2-40B4-BE49-F238E27FC236}">
                <a16:creationId xmlns:a16="http://schemas.microsoft.com/office/drawing/2014/main" id="{6C2DD052-3E45-E789-01F8-33250024ECBD}"/>
              </a:ext>
            </a:extLst>
          </p:cNvPr>
          <p:cNvSpPr>
            <a:spLocks noGrp="1"/>
          </p:cNvSpPr>
          <p:nvPr>
            <p:ph idx="1"/>
          </p:nvPr>
        </p:nvSpPr>
        <p:spPr>
          <a:xfrm>
            <a:off x="533398" y="1748474"/>
            <a:ext cx="11125202" cy="4728524"/>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7" name="Rectangle 6">
            <a:extLst>
              <a:ext uri="{FF2B5EF4-FFF2-40B4-BE49-F238E27FC236}">
                <a16:creationId xmlns:a16="http://schemas.microsoft.com/office/drawing/2014/main" id="{E5526932-58BC-3B05-A619-8FE2BA7973DD}"/>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Espace réservé du pied de page 8">
            <a:extLst>
              <a:ext uri="{FF2B5EF4-FFF2-40B4-BE49-F238E27FC236}">
                <a16:creationId xmlns:a16="http://schemas.microsoft.com/office/drawing/2014/main" id="{E4751EC6-9764-CDDF-E8BC-793AD483E0A9}"/>
              </a:ext>
            </a:extLst>
          </p:cNvPr>
          <p:cNvSpPr>
            <a:spLocks noGrp="1"/>
          </p:cNvSpPr>
          <p:nvPr>
            <p:ph type="ftr" sz="quarter" idx="11"/>
          </p:nvPr>
        </p:nvSpPr>
        <p:spPr/>
        <p:txBody>
          <a:bodyPr rtlCol="0"/>
          <a:lstStyle/>
          <a:p>
            <a:pPr rtl="0"/>
            <a:r>
              <a:rPr lang="fr"/>
              <a:t>Titre de la présentation</a:t>
            </a:r>
            <a:endParaRPr lang="en-US"/>
          </a:p>
        </p:txBody>
      </p:sp>
      <p:sp>
        <p:nvSpPr>
          <p:cNvPr id="8" name="Espace réservé de la date 7">
            <a:extLst>
              <a:ext uri="{FF2B5EF4-FFF2-40B4-BE49-F238E27FC236}">
                <a16:creationId xmlns:a16="http://schemas.microsoft.com/office/drawing/2014/main" id="{DA395EC9-5212-9F09-E9FA-0AB62AFB6D99}"/>
              </a:ext>
            </a:extLst>
          </p:cNvPr>
          <p:cNvSpPr>
            <a:spLocks noGrp="1"/>
          </p:cNvSpPr>
          <p:nvPr>
            <p:ph type="dt" sz="half" idx="10"/>
          </p:nvPr>
        </p:nvSpPr>
        <p:spPr/>
        <p:txBody>
          <a:bodyPr rtlCol="0"/>
          <a:lstStyle/>
          <a:p>
            <a:pPr rtl="0"/>
            <a:r>
              <a:rPr lang="en-US"/>
              <a:t>17/09/2025</a:t>
            </a:r>
          </a:p>
        </p:txBody>
      </p:sp>
      <p:sp>
        <p:nvSpPr>
          <p:cNvPr id="10" name="Espace réservé du numéro de diapositive 9">
            <a:extLst>
              <a:ext uri="{FF2B5EF4-FFF2-40B4-BE49-F238E27FC236}">
                <a16:creationId xmlns:a16="http://schemas.microsoft.com/office/drawing/2014/main" id="{286E48EB-E81D-8C6A-DBE6-738017E5A734}"/>
              </a:ext>
            </a:extLst>
          </p:cNvPr>
          <p:cNvSpPr>
            <a:spLocks noGrp="1"/>
          </p:cNvSpPr>
          <p:nvPr>
            <p:ph type="sldNum" sz="quarter" idx="12"/>
          </p:nvPr>
        </p:nvSpPr>
        <p:spPr/>
        <p:txBody>
          <a:bodyPr rtlCol="0"/>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114724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re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533399" y="1016955"/>
            <a:ext cx="10081590" cy="4107810"/>
          </a:xfrm>
          <a:prstGeom prst="rect">
            <a:avLst/>
          </a:prstGeom>
        </p:spPr>
        <p:txBody>
          <a:bodyPr vert="horz" lIns="91440" tIns="45720" rIns="91440" bIns="45720" rtlCol="0" anchor="t">
            <a:normAutofit/>
          </a:bodyPr>
          <a:lstStyle>
            <a:lvl1pPr>
              <a:defRPr lang="en-US" sz="7200" cap="all" baseline="0" dirty="0"/>
            </a:lvl1pPr>
          </a:lstStyle>
          <a:p>
            <a:pPr lvl="0" rtl="0"/>
            <a:r>
              <a:rPr lang="fr"/>
              <a:t>Modifiez le style du titre</a:t>
            </a:r>
          </a:p>
        </p:txBody>
      </p:sp>
      <p:sp>
        <p:nvSpPr>
          <p:cNvPr id="7" name="Sous-titre 2">
            <a:extLst>
              <a:ext uri="{FF2B5EF4-FFF2-40B4-BE49-F238E27FC236}">
                <a16:creationId xmlns:a16="http://schemas.microsoft.com/office/drawing/2014/main" id="{2930CEB7-507A-2133-3BE2-B0991FE7D41C}"/>
              </a:ext>
            </a:extLst>
          </p:cNvPr>
          <p:cNvSpPr>
            <a:spLocks noGrp="1"/>
          </p:cNvSpPr>
          <p:nvPr>
            <p:ph type="subTitle" idx="1"/>
          </p:nvPr>
        </p:nvSpPr>
        <p:spPr>
          <a:xfrm>
            <a:off x="533400" y="5512106"/>
            <a:ext cx="8077200" cy="799533"/>
          </a:xfrm>
          <a:prstGeom prst="rect">
            <a:avLst/>
          </a:prstGeom>
        </p:spPr>
        <p:txBody>
          <a:bodyPr vert="horz" lIns="91440" tIns="45720" rIns="91440" bIns="45720" rtlCol="0" anchor="b">
            <a:normAutofit/>
          </a:bodyPr>
          <a:lstStyle>
            <a:lvl1pPr marL="0" indent="0">
              <a:buNone/>
              <a:defRPr lang="en-US" sz="2000" b="1" i="0" dirty="0">
                <a:latin typeface="Arial" panose="020B0604020202020204" pitchFamily="34" charset="0"/>
                <a:cs typeface="Arial" panose="020B0604020202020204" pitchFamily="34" charset="0"/>
              </a:defRPr>
            </a:lvl1pPr>
          </a:lstStyle>
          <a:p>
            <a:pPr lvl="0" rtl="0"/>
            <a:r>
              <a:rPr lang="fr"/>
              <a:t>Modifiez le style des sous-titres du masque</a:t>
            </a:r>
            <a:endParaRPr lang="en-US"/>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1"/>
            <a:ext cx="8582024" cy="365760"/>
          </a:xfrm>
          <a:prstGeom prst="rect">
            <a:avLst/>
          </a:prstGeom>
        </p:spPr>
        <p:txBody>
          <a:bodyPr rtlCol="0"/>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9110038" y="6492240"/>
            <a:ext cx="1885950" cy="365760"/>
          </a:xfrm>
          <a:prstGeom prst="rect">
            <a:avLst/>
          </a:prstGeom>
        </p:spPr>
        <p:txBody>
          <a:bodyPr rtlCol="0"/>
          <a:lstStyle/>
          <a:p>
            <a:pPr rtl="0"/>
            <a:r>
              <a:rPr lang="en-US"/>
              <a:t>17/09/2025</a:t>
            </a:r>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9" y="6492241"/>
            <a:ext cx="657222" cy="365760"/>
          </a:xfrm>
          <a:prstGeom prst="rect">
            <a:avLst/>
          </a:prstGeom>
        </p:spPr>
        <p:txBody>
          <a:bodyPr rtlCol="0"/>
          <a:lstStyle/>
          <a:p>
            <a:pPr rtl="0"/>
            <a:fld id="{AEAA3239-9EA4-4A65-A281-97F994456D9F}" type="slidenum">
              <a:rPr lang="en-US" smtClean="0"/>
              <a:t>‹#›</a:t>
            </a:fld>
            <a:endParaRPr lang="en-US"/>
          </a:p>
        </p:txBody>
      </p:sp>
      <p:sp>
        <p:nvSpPr>
          <p:cNvPr id="33" name="Rectangle 32">
            <a:extLst>
              <a:ext uri="{FF2B5EF4-FFF2-40B4-BE49-F238E27FC236}">
                <a16:creationId xmlns:a16="http://schemas.microsoft.com/office/drawing/2014/main" id="{53165057-EFFF-A71A-8F8B-BE52F9862DDA}"/>
              </a:ext>
            </a:extLst>
          </p:cNvPr>
          <p:cNvSpPr/>
          <p:nvPr userDrawn="1"/>
        </p:nvSpPr>
        <p:spPr>
          <a:xfrm>
            <a:off x="63403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3773239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0D84BC10-B3F5-D240-EE9E-FD483EA0C28D}"/>
              </a:ext>
            </a:extLst>
          </p:cNvPr>
          <p:cNvSpPr>
            <a:spLocks noGrp="1"/>
          </p:cNvSpPr>
          <p:nvPr>
            <p:ph type="title"/>
          </p:nvPr>
        </p:nvSpPr>
        <p:spPr>
          <a:xfrm>
            <a:off x="3462963" y="2971799"/>
            <a:ext cx="8229600" cy="3414423"/>
          </a:xfrm>
        </p:spPr>
        <p:txBody>
          <a:bodyPr rtlCol="0" anchor="b">
            <a:normAutofit/>
          </a:bodyPr>
          <a:lstStyle>
            <a:lvl1pPr>
              <a:defRPr sz="7200" cap="all" baseline="0"/>
            </a:lvl1pPr>
          </a:lstStyle>
          <a:p>
            <a:pPr rtl="0"/>
            <a:r>
              <a:rPr lang="fr"/>
              <a:t>Modifiez le style du titre</a:t>
            </a:r>
          </a:p>
        </p:txBody>
      </p:sp>
      <p:sp>
        <p:nvSpPr>
          <p:cNvPr id="12" name="Sous-titre 2">
            <a:extLst>
              <a:ext uri="{FF2B5EF4-FFF2-40B4-BE49-F238E27FC236}">
                <a16:creationId xmlns:a16="http://schemas.microsoft.com/office/drawing/2014/main" id="{6DDFAAAD-A24C-B422-BCF6-2575C836C476}"/>
              </a:ext>
            </a:extLst>
          </p:cNvPr>
          <p:cNvSpPr>
            <a:spLocks noGrp="1"/>
          </p:cNvSpPr>
          <p:nvPr>
            <p:ph type="subTitle" idx="1"/>
          </p:nvPr>
        </p:nvSpPr>
        <p:spPr>
          <a:xfrm>
            <a:off x="533400" y="1016955"/>
            <a:ext cx="7924797" cy="1128714"/>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rtl="0"/>
            <a:r>
              <a:rPr lang="fr"/>
              <a:t>Modifiez le style des sous-titres du masque</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8576636" cy="381001"/>
          </a:xfrm>
          <a:prstGeom prst="rect">
            <a:avLst/>
          </a:prstGeom>
        </p:spPr>
        <p:txBody>
          <a:bodyPr rtlCol="0"/>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9110025" y="6476999"/>
            <a:ext cx="1885957" cy="381001"/>
          </a:xfrm>
          <a:prstGeom prst="rect">
            <a:avLst/>
          </a:prstGeom>
        </p:spPr>
        <p:txBody>
          <a:bodyPr rtlCol="0"/>
          <a:lstStyle/>
          <a:p>
            <a:pPr rtl="0"/>
            <a:r>
              <a:rPr lang="en-US"/>
              <a:t>17/09/2025</a:t>
            </a:r>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4" y="6477000"/>
            <a:ext cx="657226" cy="381001"/>
          </a:xfrm>
          <a:prstGeom prst="rect">
            <a:avLst/>
          </a:prstGeom>
        </p:spPr>
        <p:txBody>
          <a:bodyPr rtlCol="0"/>
          <a:lstStyle/>
          <a:p>
            <a:pPr rtl="0"/>
            <a:fld id="{AEAA3239-9EA4-4A65-A281-97F994456D9F}" type="slidenum">
              <a:rPr lang="en-US" smtClean="0"/>
              <a:t>‹#›</a:t>
            </a:fld>
            <a:endParaRPr lang="en-US"/>
          </a:p>
        </p:txBody>
      </p:sp>
      <p:sp>
        <p:nvSpPr>
          <p:cNvPr id="7" name="Rectangle 6">
            <a:extLst>
              <a:ext uri="{FF2B5EF4-FFF2-40B4-BE49-F238E27FC236}">
                <a16:creationId xmlns:a16="http://schemas.microsoft.com/office/drawing/2014/main" id="{7D5DF1A9-E718-252B-7EF1-E97806A4003A}"/>
              </a:ext>
            </a:extLst>
          </p:cNvPr>
          <p:cNvSpPr/>
          <p:nvPr userDrawn="1"/>
        </p:nvSpPr>
        <p:spPr>
          <a:xfrm>
            <a:off x="634034" y="568300"/>
            <a:ext cx="11557965"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11241021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re avec image">
    <p:bg>
      <p:bgRef idx="1001">
        <a:schemeClr val="bg2"/>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533400" y="4572000"/>
            <a:ext cx="11125201" cy="1112520"/>
          </a:xfrm>
          <a:prstGeom prst="rect">
            <a:avLst/>
          </a:prstGeom>
        </p:spPr>
        <p:txBody>
          <a:bodyPr vert="horz" lIns="91440" tIns="45720" rIns="91440" bIns="45720" rtlCol="0" anchor="b">
            <a:noAutofit/>
          </a:bodyPr>
          <a:lstStyle>
            <a:lvl1pPr>
              <a:defRPr lang="en-US" sz="7200" cap="all" baseline="0" dirty="0">
                <a:solidFill>
                  <a:schemeClr val="tx1"/>
                </a:solidFill>
              </a:defRPr>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533400" y="5715000"/>
            <a:ext cx="11125201" cy="53340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rtl="0"/>
            <a:r>
              <a:rPr lang="fr"/>
              <a:t>Modifiez le style des sous-titres du masque</a:t>
            </a:r>
            <a:endParaRPr lang="en-US"/>
          </a:p>
        </p:txBody>
      </p:sp>
      <p:sp>
        <p:nvSpPr>
          <p:cNvPr id="11" name="Espace réservé d’image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3981764"/>
          </a:xfrm>
          <a:prstGeom prst="rect">
            <a:avLst/>
          </a:prstGeom>
          <a:blipFill dpi="0" rotWithShape="1">
            <a:blip r:embed="rId2">
              <a:alphaModFix amt="60000"/>
            </a:blip>
            <a:srcRect/>
            <a:stretch>
              <a:fillRect t="-419" b="-419"/>
            </a:stretch>
          </a:blipFill>
        </p:spPr>
        <p:txBody>
          <a:bodyPr rtlCol="0"/>
          <a:lstStyle>
            <a:lvl1pPr marL="0" indent="0">
              <a:buNone/>
              <a:defRPr/>
            </a:lvl1pPr>
          </a:lstStyle>
          <a:p>
            <a:pPr rtl="0"/>
            <a:r>
              <a:rPr lang="fr"/>
              <a:t> </a:t>
            </a:r>
          </a:p>
        </p:txBody>
      </p:sp>
      <p:sp>
        <p:nvSpPr>
          <p:cNvPr id="8" name="Espace réservé du pied de page 7">
            <a:extLst>
              <a:ext uri="{FF2B5EF4-FFF2-40B4-BE49-F238E27FC236}">
                <a16:creationId xmlns:a16="http://schemas.microsoft.com/office/drawing/2014/main" id="{1B5B8C48-05E9-5280-3F6A-22F8BCBB477E}"/>
              </a:ext>
            </a:extLst>
          </p:cNvPr>
          <p:cNvSpPr>
            <a:spLocks noGrp="1"/>
          </p:cNvSpPr>
          <p:nvPr>
            <p:ph type="ftr" sz="quarter" idx="15"/>
          </p:nvPr>
        </p:nvSpPr>
        <p:spPr>
          <a:xfrm>
            <a:off x="533399" y="6477000"/>
            <a:ext cx="8576637" cy="381001"/>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7" name="Espace réservé de la date 6">
            <a:extLst>
              <a:ext uri="{FF2B5EF4-FFF2-40B4-BE49-F238E27FC236}">
                <a16:creationId xmlns:a16="http://schemas.microsoft.com/office/drawing/2014/main" id="{1AA6C9C7-A264-237A-7F3C-46E6A7A9646D}"/>
              </a:ext>
            </a:extLst>
          </p:cNvPr>
          <p:cNvSpPr>
            <a:spLocks noGrp="1"/>
          </p:cNvSpPr>
          <p:nvPr>
            <p:ph type="dt" sz="half" idx="14"/>
          </p:nvPr>
        </p:nvSpPr>
        <p:spPr>
          <a:xfrm>
            <a:off x="9110036" y="6476999"/>
            <a:ext cx="1880548" cy="381001"/>
          </a:xfrm>
          <a:prstGeom prst="rect">
            <a:avLst/>
          </a:prstGeom>
        </p:spPr>
        <p:txBody>
          <a:bodyPr rtlCol="0"/>
          <a:lstStyle>
            <a:lvl1pPr>
              <a:defRPr>
                <a:solidFill>
                  <a:schemeClr val="tx2"/>
                </a:solidFill>
              </a:defRPr>
            </a:lvl1pPr>
          </a:lstStyle>
          <a:p>
            <a:pPr rtl="0"/>
            <a:r>
              <a:rPr lang="en-US"/>
              <a:t>17/09/2025</a:t>
            </a:r>
          </a:p>
        </p:txBody>
      </p:sp>
      <p:sp>
        <p:nvSpPr>
          <p:cNvPr id="9" name="Espace réservé du numéro de diapositive 8">
            <a:extLst>
              <a:ext uri="{FF2B5EF4-FFF2-40B4-BE49-F238E27FC236}">
                <a16:creationId xmlns:a16="http://schemas.microsoft.com/office/drawing/2014/main" id="{47BC820F-C031-6832-5CA0-B972903E0D5F}"/>
              </a:ext>
            </a:extLst>
          </p:cNvPr>
          <p:cNvSpPr>
            <a:spLocks noGrp="1"/>
          </p:cNvSpPr>
          <p:nvPr>
            <p:ph type="sldNum" sz="quarter" idx="16"/>
          </p:nvPr>
        </p:nvSpPr>
        <p:spPr>
          <a:xfrm>
            <a:off x="10995976" y="6477000"/>
            <a:ext cx="662624" cy="381001"/>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3617490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avec image 2">
    <p:bg>
      <p:bgPr>
        <a:solidFill>
          <a:schemeClr val="bg1"/>
        </a:solidFill>
        <a:effectLst/>
      </p:bgPr>
    </p:bg>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9C059A73-AC6C-7029-5CFB-0E0B30AD317B}"/>
              </a:ext>
            </a:extLst>
          </p:cNvPr>
          <p:cNvSpPr/>
          <p:nvPr/>
        </p:nvSpPr>
        <p:spPr>
          <a:xfrm>
            <a:off x="6843095" y="0"/>
            <a:ext cx="534890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7224093" y="1016955"/>
            <a:ext cx="4434507" cy="3726810"/>
          </a:xfrm>
          <a:prstGeom prst="rect">
            <a:avLst/>
          </a:prstGeom>
        </p:spPr>
        <p:txBody>
          <a:bodyPr vert="horz" lIns="91440" tIns="45720" rIns="91440" bIns="45720" rtlCol="0" anchor="b">
            <a:normAutofit/>
          </a:bodyPr>
          <a:lstStyle>
            <a:lvl1pPr>
              <a:defRPr lang="en-US" sz="5000" cap="all" baseline="0" dirty="0">
                <a:solidFill>
                  <a:schemeClr val="bg1"/>
                </a:solidFill>
              </a:defRPr>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7231247" y="5157623"/>
            <a:ext cx="4434506" cy="1090777"/>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rtl="0"/>
            <a:r>
              <a:rPr lang="fr"/>
              <a:t>Modifiez le style des sous-titres du masque</a:t>
            </a:r>
            <a:endParaRPr lang="en-US"/>
          </a:p>
        </p:txBody>
      </p:sp>
      <p:sp>
        <p:nvSpPr>
          <p:cNvPr id="8" name="Espace réservé d’image 7">
            <a:extLst>
              <a:ext uri="{FF2B5EF4-FFF2-40B4-BE49-F238E27FC236}">
                <a16:creationId xmlns:a16="http://schemas.microsoft.com/office/drawing/2014/main" id="{46973B1C-74EE-7F51-CF89-E132D793F5B5}"/>
              </a:ext>
            </a:extLst>
          </p:cNvPr>
          <p:cNvSpPr>
            <a:spLocks noGrp="1"/>
          </p:cNvSpPr>
          <p:nvPr>
            <p:ph type="pic" sz="quarter" idx="14" hasCustomPrompt="1"/>
          </p:nvPr>
        </p:nvSpPr>
        <p:spPr>
          <a:xfrm>
            <a:off x="0" y="0"/>
            <a:ext cx="6843095" cy="6858000"/>
          </a:xfrm>
          <a:custGeom>
            <a:avLst/>
            <a:gdLst>
              <a:gd name="connsiteX0" fmla="*/ 0 w 6843095"/>
              <a:gd name="connsiteY0" fmla="*/ 629614 h 6858000"/>
              <a:gd name="connsiteX1" fmla="*/ 6843095 w 6843095"/>
              <a:gd name="connsiteY1" fmla="*/ 629614 h 6858000"/>
              <a:gd name="connsiteX2" fmla="*/ 6843095 w 6843095"/>
              <a:gd name="connsiteY2" fmla="*/ 6858000 h 6858000"/>
              <a:gd name="connsiteX3" fmla="*/ 0 w 6843095"/>
              <a:gd name="connsiteY3" fmla="*/ 6858000 h 6858000"/>
              <a:gd name="connsiteX4" fmla="*/ 0 w 6843095"/>
              <a:gd name="connsiteY4" fmla="*/ 0 h 6858000"/>
              <a:gd name="connsiteX5" fmla="*/ 6843095 w 6843095"/>
              <a:gd name="connsiteY5" fmla="*/ 0 h 6858000"/>
              <a:gd name="connsiteX6" fmla="*/ 6843095 w 6843095"/>
              <a:gd name="connsiteY6" fmla="*/ 565606 h 6858000"/>
              <a:gd name="connsiteX7" fmla="*/ 0 w 6843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3095" h="6858000">
                <a:moveTo>
                  <a:pt x="0" y="629614"/>
                </a:moveTo>
                <a:lnTo>
                  <a:pt x="6843095" y="629614"/>
                </a:lnTo>
                <a:lnTo>
                  <a:pt x="6843095" y="6858000"/>
                </a:lnTo>
                <a:lnTo>
                  <a:pt x="0" y="6858000"/>
                </a:lnTo>
                <a:close/>
                <a:moveTo>
                  <a:pt x="0" y="0"/>
                </a:moveTo>
                <a:lnTo>
                  <a:pt x="6843095" y="0"/>
                </a:lnTo>
                <a:lnTo>
                  <a:pt x="6843095" y="565606"/>
                </a:lnTo>
                <a:lnTo>
                  <a:pt x="0" y="565606"/>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7224093" y="6477000"/>
            <a:ext cx="2828917" cy="381000"/>
          </a:xfrm>
          <a:prstGeom prst="rect">
            <a:avLst/>
          </a:prstGeom>
        </p:spPr>
        <p:txBody>
          <a:bodyPr rtlCol="0"/>
          <a:lstStyle>
            <a:lvl1pPr>
              <a:defRPr>
                <a:solidFill>
                  <a:schemeClr val="bg1"/>
                </a:solidFill>
              </a:defRPr>
            </a:lvl1pPr>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398" y="6477000"/>
            <a:ext cx="937594" cy="381000"/>
          </a:xfrm>
          <a:prstGeom prst="rect">
            <a:avLst/>
          </a:prstGeom>
        </p:spPr>
        <p:txBody>
          <a:bodyPr rtlCol="0"/>
          <a:lstStyle>
            <a:lvl1pPr>
              <a:defRPr>
                <a:solidFill>
                  <a:schemeClr val="bg1"/>
                </a:solidFill>
                <a:effectLst/>
              </a:defRPr>
            </a:lvl1pPr>
          </a:lstStyle>
          <a:p>
            <a:pPr rtl="0"/>
            <a:r>
              <a:rPr lang="en-US"/>
              <a:t>17/09/2025</a:t>
            </a:r>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4" y="6492876"/>
            <a:ext cx="657226" cy="365125"/>
          </a:xfrm>
          <a:prstGeom prst="rect">
            <a:avLst/>
          </a:prstGeom>
        </p:spPr>
        <p:txBody>
          <a:bodyPr rtlCol="0"/>
          <a:lstStyle>
            <a:lvl1pPr>
              <a:defRPr>
                <a:solidFill>
                  <a:schemeClr val="bg1"/>
                </a:solidFill>
              </a:defRPr>
            </a:lvl1pPr>
          </a:lstStyle>
          <a:p>
            <a:pPr rtl="0"/>
            <a:fld id="{AEAA3239-9EA4-4A65-A281-97F994456D9F}" type="slidenum">
              <a:rPr lang="en-US" smtClean="0"/>
              <a:pPr rtl="0"/>
              <a:t>‹#›</a:t>
            </a:fld>
            <a:endParaRPr lang="en-US"/>
          </a:p>
        </p:txBody>
      </p:sp>
      <p:sp>
        <p:nvSpPr>
          <p:cNvPr id="38" name="Rectangle 37">
            <a:extLst>
              <a:ext uri="{FF2B5EF4-FFF2-40B4-BE49-F238E27FC236}">
                <a16:creationId xmlns:a16="http://schemas.microsoft.com/office/drawing/2014/main" id="{632554D8-9DAA-D834-ABC8-240BBF9CA28F}"/>
              </a:ext>
            </a:extLst>
          </p:cNvPr>
          <p:cNvSpPr/>
          <p:nvPr/>
        </p:nvSpPr>
        <p:spPr>
          <a:xfrm>
            <a:off x="6843096" y="565606"/>
            <a:ext cx="4811394"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6589718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re avec image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7786071" y="1016955"/>
            <a:ext cx="3872530" cy="3726811"/>
          </a:xfrm>
          <a:prstGeom prst="rect">
            <a:avLst/>
          </a:prstGeom>
        </p:spPr>
        <p:txBody>
          <a:bodyPr vert="horz" lIns="91440" tIns="45720" rIns="91440" bIns="45720" rtlCol="0" anchor="t">
            <a:normAutofit/>
          </a:bodyPr>
          <a:lstStyle>
            <a:lvl1pPr>
              <a:defRPr lang="en-US" sz="5000" cap="all" baseline="0" dirty="0">
                <a:solidFill>
                  <a:schemeClr val="tx2"/>
                </a:solidFill>
              </a:defRPr>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7786071" y="5134926"/>
            <a:ext cx="3868420" cy="1113474"/>
          </a:xfrm>
          <a:prstGeom prst="rect">
            <a:avLst/>
          </a:prstGeom>
        </p:spPr>
        <p:txBody>
          <a:bodyPr vert="horz" lIns="91440" tIns="45720" rIns="91440" bIns="45720" rtlCol="0" anchor="b">
            <a:normAutofit/>
          </a:bodyPr>
          <a:lstStyle>
            <a:lvl1pPr marL="0" indent="0">
              <a:buNone/>
              <a:defRPr lang="en-US" sz="2000" b="1" i="0" dirty="0">
                <a:solidFill>
                  <a:schemeClr val="tx2"/>
                </a:solidFill>
                <a:latin typeface="Arial" panose="020B0604020202020204" pitchFamily="34" charset="0"/>
                <a:cs typeface="Arial" panose="020B0604020202020204" pitchFamily="34" charset="0"/>
              </a:defRPr>
            </a:lvl1pPr>
          </a:lstStyle>
          <a:p>
            <a:pPr lvl="0" rtl="0"/>
            <a:r>
              <a:rPr lang="fr"/>
              <a:t>Modifiez le style des sous-titres du masque</a:t>
            </a:r>
            <a:endParaRPr lang="en-US"/>
          </a:p>
        </p:txBody>
      </p:sp>
      <p:sp>
        <p:nvSpPr>
          <p:cNvPr id="10" name="Espace réservé d’image 9">
            <a:extLst>
              <a:ext uri="{FF2B5EF4-FFF2-40B4-BE49-F238E27FC236}">
                <a16:creationId xmlns:a16="http://schemas.microsoft.com/office/drawing/2014/main" id="{77BE7EAD-CCCA-EA7C-0263-265AA3E43C5E}"/>
              </a:ext>
            </a:extLst>
          </p:cNvPr>
          <p:cNvSpPr>
            <a:spLocks noGrp="1"/>
          </p:cNvSpPr>
          <p:nvPr>
            <p:ph type="pic" sz="quarter" idx="14" hasCustomPrompt="1"/>
          </p:nvPr>
        </p:nvSpPr>
        <p:spPr>
          <a:xfrm>
            <a:off x="0" y="0"/>
            <a:ext cx="7224095" cy="6858000"/>
          </a:xfrm>
          <a:custGeom>
            <a:avLst/>
            <a:gdLst>
              <a:gd name="connsiteX0" fmla="*/ 0 w 7224095"/>
              <a:gd name="connsiteY0" fmla="*/ 629614 h 6858000"/>
              <a:gd name="connsiteX1" fmla="*/ 7224095 w 7224095"/>
              <a:gd name="connsiteY1" fmla="*/ 629614 h 6858000"/>
              <a:gd name="connsiteX2" fmla="*/ 7224095 w 7224095"/>
              <a:gd name="connsiteY2" fmla="*/ 6858000 h 6858000"/>
              <a:gd name="connsiteX3" fmla="*/ 0 w 7224095"/>
              <a:gd name="connsiteY3" fmla="*/ 6858000 h 6858000"/>
              <a:gd name="connsiteX4" fmla="*/ 0 w 7224095"/>
              <a:gd name="connsiteY4" fmla="*/ 0 h 6858000"/>
              <a:gd name="connsiteX5" fmla="*/ 7224095 w 7224095"/>
              <a:gd name="connsiteY5" fmla="*/ 0 h 6858000"/>
              <a:gd name="connsiteX6" fmla="*/ 7224095 w 7224095"/>
              <a:gd name="connsiteY6" fmla="*/ 565606 h 6858000"/>
              <a:gd name="connsiteX7" fmla="*/ 0 w 7224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4095" h="6858000">
                <a:moveTo>
                  <a:pt x="0" y="629614"/>
                </a:moveTo>
                <a:lnTo>
                  <a:pt x="7224095" y="629614"/>
                </a:lnTo>
                <a:lnTo>
                  <a:pt x="7224095" y="6858000"/>
                </a:lnTo>
                <a:lnTo>
                  <a:pt x="0" y="6858000"/>
                </a:lnTo>
                <a:close/>
                <a:moveTo>
                  <a:pt x="0" y="0"/>
                </a:moveTo>
                <a:lnTo>
                  <a:pt x="7224095" y="0"/>
                </a:lnTo>
                <a:lnTo>
                  <a:pt x="7224095" y="565606"/>
                </a:lnTo>
                <a:lnTo>
                  <a:pt x="0" y="565606"/>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8167937" y="6476999"/>
            <a:ext cx="1895847" cy="381001"/>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2" y="6476999"/>
            <a:ext cx="937594" cy="381001"/>
          </a:xfrm>
          <a:prstGeom prst="rect">
            <a:avLst/>
          </a:prstGeom>
        </p:spPr>
        <p:txBody>
          <a:bodyPr rtlCol="0"/>
          <a:lstStyle>
            <a:lvl1pPr>
              <a:defRPr>
                <a:solidFill>
                  <a:schemeClr val="tx2"/>
                </a:solidFill>
                <a:effectLst/>
              </a:defRPr>
            </a:lvl1pPr>
          </a:lstStyle>
          <a:p>
            <a:pPr rtl="0"/>
            <a:r>
              <a:rPr lang="en-US"/>
              <a:t>17/09/2025</a:t>
            </a:r>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77000"/>
            <a:ext cx="657221" cy="381001"/>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9" name="Rectangle 8">
            <a:extLst>
              <a:ext uri="{FF2B5EF4-FFF2-40B4-BE49-F238E27FC236}">
                <a16:creationId xmlns:a16="http://schemas.microsoft.com/office/drawing/2014/main" id="{F879DE85-4541-95AA-B871-7CBAD2BA1550}"/>
              </a:ext>
            </a:extLst>
          </p:cNvPr>
          <p:cNvSpPr/>
          <p:nvPr userDrawn="1"/>
        </p:nvSpPr>
        <p:spPr>
          <a:xfrm>
            <a:off x="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5676397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re avec imag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533400" y="1016955"/>
            <a:ext cx="4429126" cy="3331896"/>
          </a:xfrm>
          <a:prstGeom prst="rect">
            <a:avLst/>
          </a:prstGeom>
        </p:spPr>
        <p:txBody>
          <a:bodyPr vert="horz" lIns="91440" tIns="45720" rIns="91440" bIns="45720" rtlCol="0" anchor="t">
            <a:normAutofit/>
          </a:bodyPr>
          <a:lstStyle>
            <a:lvl1pPr>
              <a:defRPr lang="en-US" sz="5000" cap="all" baseline="0" dirty="0"/>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533400" y="4846320"/>
            <a:ext cx="3174160" cy="1465319"/>
          </a:xfrm>
          <a:prstGeom prst="rect">
            <a:avLst/>
          </a:prstGeom>
        </p:spPr>
        <p:txBody>
          <a:bodyPr vert="horz" lIns="91440" tIns="45720" rIns="91440" bIns="45720" rtlCol="0" anchor="b">
            <a:normAutofit/>
          </a:bodyPr>
          <a:lstStyle>
            <a:lvl1pPr marL="0" indent="0">
              <a:buNone/>
              <a:defRPr lang="en-US" sz="2000" b="1" i="0" dirty="0">
                <a:latin typeface="Arial" panose="020B0604020202020204" pitchFamily="34" charset="0"/>
                <a:cs typeface="Arial" panose="020B0604020202020204" pitchFamily="34" charset="0"/>
              </a:defRPr>
            </a:lvl1pPr>
          </a:lstStyle>
          <a:p>
            <a:pPr lvl="0" rtl="0"/>
            <a:r>
              <a:rPr lang="fr"/>
              <a:t>Modifiez le style des sous-titres du masque</a:t>
            </a:r>
            <a:endParaRPr lang="en-US"/>
          </a:p>
        </p:txBody>
      </p:sp>
      <p:sp>
        <p:nvSpPr>
          <p:cNvPr id="8" name="Espace réservé du pied de page 7">
            <a:extLst>
              <a:ext uri="{FF2B5EF4-FFF2-40B4-BE49-F238E27FC236}">
                <a16:creationId xmlns:a16="http://schemas.microsoft.com/office/drawing/2014/main" id="{9A6E6A4C-6C55-068A-43AA-78DB4D1D643B}"/>
              </a:ext>
            </a:extLst>
          </p:cNvPr>
          <p:cNvSpPr>
            <a:spLocks noGrp="1"/>
          </p:cNvSpPr>
          <p:nvPr>
            <p:ph type="ftr" sz="quarter" idx="15"/>
          </p:nvPr>
        </p:nvSpPr>
        <p:spPr>
          <a:xfrm>
            <a:off x="533400" y="6492240"/>
            <a:ext cx="2548562" cy="365760"/>
          </a:xfrm>
          <a:prstGeom prst="rect">
            <a:avLst/>
          </a:prstGeom>
        </p:spPr>
        <p:txBody>
          <a:bodyPr rtlCol="0"/>
          <a:lstStyle/>
          <a:p>
            <a:pPr rtl="0"/>
            <a:r>
              <a:rPr lang="fr"/>
              <a:t>Titre de la présentation</a:t>
            </a:r>
            <a:endParaRPr lang="en-US"/>
          </a:p>
        </p:txBody>
      </p:sp>
      <p:sp>
        <p:nvSpPr>
          <p:cNvPr id="7" name="Espace réservé de la date 6">
            <a:extLst>
              <a:ext uri="{FF2B5EF4-FFF2-40B4-BE49-F238E27FC236}">
                <a16:creationId xmlns:a16="http://schemas.microsoft.com/office/drawing/2014/main" id="{F991F941-2D53-CC10-7947-62237A245FE0}"/>
              </a:ext>
            </a:extLst>
          </p:cNvPr>
          <p:cNvSpPr>
            <a:spLocks noGrp="1"/>
          </p:cNvSpPr>
          <p:nvPr>
            <p:ph type="dt" sz="half" idx="14"/>
          </p:nvPr>
        </p:nvSpPr>
        <p:spPr>
          <a:xfrm>
            <a:off x="3076577" y="6492240"/>
            <a:ext cx="689944" cy="365760"/>
          </a:xfrm>
          <a:prstGeom prst="rect">
            <a:avLst/>
          </a:prstGeom>
        </p:spPr>
        <p:txBody>
          <a:bodyPr rtlCol="0"/>
          <a:lstStyle/>
          <a:p>
            <a:pPr rtl="0"/>
            <a:r>
              <a:rPr lang="en-US"/>
              <a:t>17/09/2025</a:t>
            </a:r>
          </a:p>
        </p:txBody>
      </p:sp>
      <p:sp>
        <p:nvSpPr>
          <p:cNvPr id="9" name="Espace réservé du numéro de diapositive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1906" y="6492240"/>
            <a:ext cx="628645" cy="365760"/>
          </a:xfrm>
          <a:prstGeom prst="rect">
            <a:avLst/>
          </a:prstGeom>
        </p:spPr>
        <p:txBody>
          <a:bodyPr rtlCol="0"/>
          <a:lstStyle/>
          <a:p>
            <a:pPr rtl="0"/>
            <a:fld id="{AEAA3239-9EA4-4A65-A281-97F994456D9F}" type="slidenum">
              <a:rPr lang="en-US" smtClean="0"/>
              <a:t>‹#›</a:t>
            </a:fld>
            <a:endParaRPr lang="en-US"/>
          </a:p>
        </p:txBody>
      </p:sp>
      <p:sp>
        <p:nvSpPr>
          <p:cNvPr id="35" name="Espace réservé d’image 34">
            <a:extLst>
              <a:ext uri="{FF2B5EF4-FFF2-40B4-BE49-F238E27FC236}">
                <a16:creationId xmlns:a16="http://schemas.microsoft.com/office/drawing/2014/main" id="{A08E6492-6236-5992-A07D-5116336E8427}"/>
              </a:ext>
            </a:extLst>
          </p:cNvPr>
          <p:cNvSpPr>
            <a:spLocks noGrp="1"/>
          </p:cNvSpPr>
          <p:nvPr>
            <p:ph type="pic" sz="quarter" idx="13" hasCustomPrompt="1"/>
          </p:nvPr>
        </p:nvSpPr>
        <p:spPr>
          <a:xfrm>
            <a:off x="5348910" y="0"/>
            <a:ext cx="6843089" cy="6858000"/>
          </a:xfrm>
          <a:custGeom>
            <a:avLst/>
            <a:gdLst>
              <a:gd name="connsiteX0" fmla="*/ 0 w 6843089"/>
              <a:gd name="connsiteY0" fmla="*/ 629614 h 6858000"/>
              <a:gd name="connsiteX1" fmla="*/ 6843089 w 6843089"/>
              <a:gd name="connsiteY1" fmla="*/ 629614 h 6858000"/>
              <a:gd name="connsiteX2" fmla="*/ 6843089 w 6843089"/>
              <a:gd name="connsiteY2" fmla="*/ 6858000 h 6858000"/>
              <a:gd name="connsiteX3" fmla="*/ 0 w 6843089"/>
              <a:gd name="connsiteY3" fmla="*/ 6858000 h 6858000"/>
              <a:gd name="connsiteX4" fmla="*/ 0 w 6843089"/>
              <a:gd name="connsiteY4" fmla="*/ 0 h 6858000"/>
              <a:gd name="connsiteX5" fmla="*/ 6843089 w 6843089"/>
              <a:gd name="connsiteY5" fmla="*/ 0 h 6858000"/>
              <a:gd name="connsiteX6" fmla="*/ 6843089 w 6843089"/>
              <a:gd name="connsiteY6" fmla="*/ 565606 h 6858000"/>
              <a:gd name="connsiteX7" fmla="*/ 0 w 6843089"/>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3089" h="6858000">
                <a:moveTo>
                  <a:pt x="0" y="629614"/>
                </a:moveTo>
                <a:lnTo>
                  <a:pt x="6843089" y="629614"/>
                </a:lnTo>
                <a:lnTo>
                  <a:pt x="6843089" y="6858000"/>
                </a:lnTo>
                <a:lnTo>
                  <a:pt x="0" y="6858000"/>
                </a:lnTo>
                <a:close/>
                <a:moveTo>
                  <a:pt x="0" y="0"/>
                </a:moveTo>
                <a:lnTo>
                  <a:pt x="6843089" y="0"/>
                </a:lnTo>
                <a:lnTo>
                  <a:pt x="6843089" y="565606"/>
                </a:lnTo>
                <a:lnTo>
                  <a:pt x="0" y="565606"/>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fr"/>
              <a:t> </a:t>
            </a:r>
          </a:p>
        </p:txBody>
      </p:sp>
      <p:sp>
        <p:nvSpPr>
          <p:cNvPr id="36" name="Rectangle 35">
            <a:extLst>
              <a:ext uri="{FF2B5EF4-FFF2-40B4-BE49-F238E27FC236}">
                <a16:creationId xmlns:a16="http://schemas.microsoft.com/office/drawing/2014/main" id="{AB9E1B0C-9687-1C2C-7103-072A38CFE3B8}"/>
              </a:ext>
            </a:extLst>
          </p:cNvPr>
          <p:cNvSpPr/>
          <p:nvPr/>
        </p:nvSpPr>
        <p:spPr>
          <a:xfrm>
            <a:off x="634030" y="565606"/>
            <a:ext cx="1155797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0420521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avec image 5">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C79AA538-6584-1335-947D-99C9A0CA5A3D}"/>
              </a:ext>
            </a:extLst>
          </p:cNvPr>
          <p:cNvSpPr>
            <a:spLocks noGrp="1"/>
          </p:cNvSpPr>
          <p:nvPr>
            <p:ph type="title"/>
          </p:nvPr>
        </p:nvSpPr>
        <p:spPr>
          <a:xfrm>
            <a:off x="2128220" y="2689229"/>
            <a:ext cx="5101253" cy="3711571"/>
          </a:xfrm>
        </p:spPr>
        <p:txBody>
          <a:bodyPr rtlCol="0" anchor="b">
            <a:noAutofit/>
          </a:bodyPr>
          <a:lstStyle>
            <a:lvl1pPr>
              <a:defRPr sz="7200" cap="all" baseline="0"/>
            </a:lvl1pPr>
          </a:lstStyle>
          <a:p>
            <a:pPr rtl="0"/>
            <a:r>
              <a:rPr lang="fr"/>
              <a:t>Modifiez le style du titre</a:t>
            </a:r>
          </a:p>
        </p:txBody>
      </p:sp>
      <p:sp>
        <p:nvSpPr>
          <p:cNvPr id="11" name="Sous-titre 2">
            <a:extLst>
              <a:ext uri="{FF2B5EF4-FFF2-40B4-BE49-F238E27FC236}">
                <a16:creationId xmlns:a16="http://schemas.microsoft.com/office/drawing/2014/main" id="{0136D812-C006-B109-4529-F43530D92A6E}"/>
              </a:ext>
            </a:extLst>
          </p:cNvPr>
          <p:cNvSpPr>
            <a:spLocks noGrp="1"/>
          </p:cNvSpPr>
          <p:nvPr>
            <p:ph type="subTitle" idx="1"/>
          </p:nvPr>
        </p:nvSpPr>
        <p:spPr>
          <a:xfrm>
            <a:off x="533400" y="1016957"/>
            <a:ext cx="6685515" cy="73152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rtl="0"/>
            <a:r>
              <a:rPr lang="fr"/>
              <a:t>Modifiez le style des sous-titres du masque</a:t>
            </a:r>
            <a:endParaRPr lang="en-US"/>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4815506" cy="381001"/>
          </a:xfrm>
          <a:prstGeom prst="rect">
            <a:avLst/>
          </a:prstGeom>
        </p:spPr>
        <p:txBody>
          <a:bodyPr rtlCol="0"/>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5343525" y="6476999"/>
            <a:ext cx="1212771" cy="381001"/>
          </a:xfrm>
          <a:prstGeom prst="rect">
            <a:avLst/>
          </a:prstGeom>
        </p:spPr>
        <p:txBody>
          <a:bodyPr rtlCol="0"/>
          <a:lstStyle/>
          <a:p>
            <a:pPr rtl="0"/>
            <a:r>
              <a:rPr lang="en-US"/>
              <a:t>17/09/2025</a:t>
            </a:r>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6561689" y="6477000"/>
            <a:ext cx="657226" cy="381001"/>
          </a:xfrm>
          <a:prstGeom prst="rect">
            <a:avLst/>
          </a:prstGeom>
        </p:spPr>
        <p:txBody>
          <a:bodyPr rtlCol="0"/>
          <a:lstStyle/>
          <a:p>
            <a:pPr rtl="0"/>
            <a:fld id="{AEAA3239-9EA4-4A65-A281-97F994456D9F}" type="slidenum">
              <a:rPr lang="en-US" smtClean="0"/>
              <a:t>‹#›</a:t>
            </a:fld>
            <a:endParaRPr lang="en-US"/>
          </a:p>
        </p:txBody>
      </p:sp>
      <p:sp>
        <p:nvSpPr>
          <p:cNvPr id="38" name="Espace réservé d’image 37">
            <a:extLst>
              <a:ext uri="{FF2B5EF4-FFF2-40B4-BE49-F238E27FC236}">
                <a16:creationId xmlns:a16="http://schemas.microsoft.com/office/drawing/2014/main" id="{64E68E40-D2D1-8DA8-1BBA-34E89F479DF7}"/>
              </a:ext>
            </a:extLst>
          </p:cNvPr>
          <p:cNvSpPr>
            <a:spLocks noGrp="1"/>
          </p:cNvSpPr>
          <p:nvPr>
            <p:ph type="pic" sz="quarter" idx="13" hasCustomPrompt="1"/>
          </p:nvPr>
        </p:nvSpPr>
        <p:spPr>
          <a:xfrm>
            <a:off x="7786070" y="-2"/>
            <a:ext cx="4405930" cy="6858001"/>
          </a:xfrm>
          <a:custGeom>
            <a:avLst/>
            <a:gdLst>
              <a:gd name="connsiteX0" fmla="*/ 0 w 4405930"/>
              <a:gd name="connsiteY0" fmla="*/ 0 h 6858001"/>
              <a:gd name="connsiteX1" fmla="*/ 4405930 w 4405930"/>
              <a:gd name="connsiteY1" fmla="*/ 0 h 6858001"/>
              <a:gd name="connsiteX2" fmla="*/ 4405930 w 4405930"/>
              <a:gd name="connsiteY2" fmla="*/ 6858001 h 6858001"/>
              <a:gd name="connsiteX3" fmla="*/ 0 w 4405930"/>
              <a:gd name="connsiteY3" fmla="*/ 6858001 h 6858001"/>
              <a:gd name="connsiteX4" fmla="*/ 0 w 4405930"/>
              <a:gd name="connsiteY4" fmla="*/ 632310 h 6858001"/>
              <a:gd name="connsiteX5" fmla="*/ 4405929 w 4405930"/>
              <a:gd name="connsiteY5" fmla="*/ 632310 h 6858001"/>
              <a:gd name="connsiteX6" fmla="*/ 4405929 w 4405930"/>
              <a:gd name="connsiteY6" fmla="*/ 568302 h 6858001"/>
              <a:gd name="connsiteX7" fmla="*/ 0 w 4405930"/>
              <a:gd name="connsiteY7" fmla="*/ 568302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5930" h="6858001">
                <a:moveTo>
                  <a:pt x="0" y="0"/>
                </a:moveTo>
                <a:lnTo>
                  <a:pt x="4405930" y="0"/>
                </a:lnTo>
                <a:lnTo>
                  <a:pt x="4405930" y="6858001"/>
                </a:lnTo>
                <a:lnTo>
                  <a:pt x="0" y="6858001"/>
                </a:lnTo>
                <a:lnTo>
                  <a:pt x="0" y="632310"/>
                </a:lnTo>
                <a:lnTo>
                  <a:pt x="4405929" y="632310"/>
                </a:lnTo>
                <a:lnTo>
                  <a:pt x="4405929" y="568302"/>
                </a:lnTo>
                <a:lnTo>
                  <a:pt x="0" y="568302"/>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fr"/>
              <a:t> </a:t>
            </a:r>
          </a:p>
        </p:txBody>
      </p:sp>
      <p:sp>
        <p:nvSpPr>
          <p:cNvPr id="39" name="Rectangle 38">
            <a:extLst>
              <a:ext uri="{FF2B5EF4-FFF2-40B4-BE49-F238E27FC236}">
                <a16:creationId xmlns:a16="http://schemas.microsoft.com/office/drawing/2014/main" id="{031C6569-302F-A491-577D-85BBD3AFD160}"/>
              </a:ext>
            </a:extLst>
          </p:cNvPr>
          <p:cNvSpPr/>
          <p:nvPr/>
        </p:nvSpPr>
        <p:spPr>
          <a:xfrm>
            <a:off x="634034" y="568300"/>
            <a:ext cx="11557965"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7888094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avec image 6">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528339C4-3F0B-4FDE-331F-F8029E9A43FE}"/>
              </a:ext>
            </a:extLst>
          </p:cNvPr>
          <p:cNvSpPr/>
          <p:nvPr/>
        </p:nvSpPr>
        <p:spPr>
          <a:xfrm>
            <a:off x="0" y="0"/>
            <a:ext cx="778606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Titre 8">
            <a:extLst>
              <a:ext uri="{FF2B5EF4-FFF2-40B4-BE49-F238E27FC236}">
                <a16:creationId xmlns:a16="http://schemas.microsoft.com/office/drawing/2014/main" id="{0BC36425-FDF2-F5CF-6A47-6FF03D432E73}"/>
              </a:ext>
            </a:extLst>
          </p:cNvPr>
          <p:cNvSpPr>
            <a:spLocks noGrp="1"/>
          </p:cNvSpPr>
          <p:nvPr>
            <p:ph type="title"/>
          </p:nvPr>
        </p:nvSpPr>
        <p:spPr>
          <a:xfrm>
            <a:off x="1571624" y="1016955"/>
            <a:ext cx="5657849" cy="2980050"/>
          </a:xfrm>
        </p:spPr>
        <p:txBody>
          <a:bodyPr rtlCol="0">
            <a:noAutofit/>
          </a:bodyPr>
          <a:lstStyle>
            <a:lvl1pPr>
              <a:defRPr sz="7200" cap="all" baseline="0">
                <a:solidFill>
                  <a:schemeClr val="bg1"/>
                </a:solidFill>
              </a:defRPr>
            </a:lvl1pPr>
          </a:lstStyle>
          <a:p>
            <a:pPr rtl="0"/>
            <a:r>
              <a:rPr lang="fr"/>
              <a:t>Modifiez le style du titre</a:t>
            </a:r>
          </a:p>
        </p:txBody>
      </p:sp>
      <p:sp>
        <p:nvSpPr>
          <p:cNvPr id="13" name="Sous-titre 2">
            <a:extLst>
              <a:ext uri="{FF2B5EF4-FFF2-40B4-BE49-F238E27FC236}">
                <a16:creationId xmlns:a16="http://schemas.microsoft.com/office/drawing/2014/main" id="{2100EADD-FAC0-B5A1-CE0F-C7DBBBB19153}"/>
              </a:ext>
            </a:extLst>
          </p:cNvPr>
          <p:cNvSpPr>
            <a:spLocks noGrp="1"/>
          </p:cNvSpPr>
          <p:nvPr>
            <p:ph type="subTitle" idx="1"/>
          </p:nvPr>
        </p:nvSpPr>
        <p:spPr>
          <a:xfrm>
            <a:off x="3457574" y="5013960"/>
            <a:ext cx="3761341" cy="842323"/>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rtl="0"/>
            <a:r>
              <a:rPr lang="fr"/>
              <a:t>Modifiez le style des sous-titres du masque</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4815506" cy="381001"/>
          </a:xfrm>
          <a:prstGeom prst="rect">
            <a:avLst/>
          </a:prstGeom>
        </p:spPr>
        <p:txBody>
          <a:bodyPr rtlCol="0"/>
          <a:lstStyle>
            <a:lvl1pPr>
              <a:defRPr>
                <a:solidFill>
                  <a:schemeClr val="bg1"/>
                </a:solidFill>
              </a:defRPr>
            </a:lvl1pPr>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5343525" y="6476999"/>
            <a:ext cx="1212771" cy="381001"/>
          </a:xfrm>
          <a:prstGeom prst="rect">
            <a:avLst/>
          </a:prstGeom>
        </p:spPr>
        <p:txBody>
          <a:bodyPr rtlCol="0"/>
          <a:lstStyle>
            <a:lvl1pPr>
              <a:defRPr>
                <a:solidFill>
                  <a:schemeClr val="bg1"/>
                </a:solidFill>
              </a:defRPr>
            </a:lvl1pPr>
          </a:lstStyle>
          <a:p>
            <a:pPr rtl="0"/>
            <a:r>
              <a:rPr lang="en-US"/>
              <a:t>17/09/2025</a:t>
            </a:r>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6561689" y="6477000"/>
            <a:ext cx="657226" cy="381001"/>
          </a:xfrm>
          <a:prstGeom prst="rect">
            <a:avLst/>
          </a:prstGeom>
        </p:spPr>
        <p:txBody>
          <a:bodyPr rtlCol="0"/>
          <a:lstStyle>
            <a:lvl1pPr>
              <a:defRPr>
                <a:solidFill>
                  <a:schemeClr val="bg1"/>
                </a:solidFill>
              </a:defRPr>
            </a:lvl1pPr>
          </a:lstStyle>
          <a:p>
            <a:pPr rtl="0"/>
            <a:fld id="{AEAA3239-9EA4-4A65-A281-97F994456D9F}" type="slidenum">
              <a:rPr lang="en-US" smtClean="0"/>
              <a:pPr rtl="0"/>
              <a:t>‹#›</a:t>
            </a:fld>
            <a:endParaRPr lang="en-US"/>
          </a:p>
        </p:txBody>
      </p:sp>
      <p:sp>
        <p:nvSpPr>
          <p:cNvPr id="44" name="Espace réservé d’image 43">
            <a:extLst>
              <a:ext uri="{FF2B5EF4-FFF2-40B4-BE49-F238E27FC236}">
                <a16:creationId xmlns:a16="http://schemas.microsoft.com/office/drawing/2014/main" id="{B02236DF-7EF5-6F1F-81E2-5FBB5F770DDA}"/>
              </a:ext>
            </a:extLst>
          </p:cNvPr>
          <p:cNvSpPr>
            <a:spLocks noGrp="1"/>
          </p:cNvSpPr>
          <p:nvPr>
            <p:ph type="pic" sz="quarter" idx="13" hasCustomPrompt="1"/>
          </p:nvPr>
        </p:nvSpPr>
        <p:spPr>
          <a:xfrm>
            <a:off x="7786070" y="0"/>
            <a:ext cx="4405930" cy="6858000"/>
          </a:xfrm>
          <a:custGeom>
            <a:avLst/>
            <a:gdLst>
              <a:gd name="connsiteX0" fmla="*/ 0 w 4405930"/>
              <a:gd name="connsiteY0" fmla="*/ 0 h 6858000"/>
              <a:gd name="connsiteX1" fmla="*/ 4405930 w 4405930"/>
              <a:gd name="connsiteY1" fmla="*/ 0 h 6858000"/>
              <a:gd name="connsiteX2" fmla="*/ 4405930 w 4405930"/>
              <a:gd name="connsiteY2" fmla="*/ 6858000 h 6858000"/>
              <a:gd name="connsiteX3" fmla="*/ 0 w 4405930"/>
              <a:gd name="connsiteY3" fmla="*/ 6858000 h 6858000"/>
              <a:gd name="connsiteX4" fmla="*/ 0 w 4405930"/>
              <a:gd name="connsiteY4" fmla="*/ 6223002 h 6858000"/>
              <a:gd name="connsiteX5" fmla="*/ 4405929 w 4405930"/>
              <a:gd name="connsiteY5" fmla="*/ 6223002 h 6858000"/>
              <a:gd name="connsiteX6" fmla="*/ 4405929 w 4405930"/>
              <a:gd name="connsiteY6" fmla="*/ 6158994 h 6858000"/>
              <a:gd name="connsiteX7" fmla="*/ 0 w 4405930"/>
              <a:gd name="connsiteY7" fmla="*/ 6158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5930" h="6858000">
                <a:moveTo>
                  <a:pt x="0" y="0"/>
                </a:moveTo>
                <a:lnTo>
                  <a:pt x="4405930" y="0"/>
                </a:lnTo>
                <a:lnTo>
                  <a:pt x="4405930" y="6858000"/>
                </a:lnTo>
                <a:lnTo>
                  <a:pt x="0" y="6858000"/>
                </a:lnTo>
                <a:lnTo>
                  <a:pt x="0" y="6223002"/>
                </a:lnTo>
                <a:lnTo>
                  <a:pt x="4405929" y="6223002"/>
                </a:lnTo>
                <a:lnTo>
                  <a:pt x="4405929" y="6158994"/>
                </a:lnTo>
                <a:lnTo>
                  <a:pt x="0" y="6158994"/>
                </a:ln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fr"/>
              <a:t> </a:t>
            </a:r>
          </a:p>
        </p:txBody>
      </p:sp>
      <p:sp>
        <p:nvSpPr>
          <p:cNvPr id="8" name="Forme libre 7">
            <a:extLst>
              <a:ext uri="{FF2B5EF4-FFF2-40B4-BE49-F238E27FC236}">
                <a16:creationId xmlns:a16="http://schemas.microsoft.com/office/drawing/2014/main" id="{1ED591FA-7D43-29EE-BFC3-BBC766B4EE45}"/>
              </a:ext>
            </a:extLst>
          </p:cNvPr>
          <p:cNvSpPr/>
          <p:nvPr userDrawn="1"/>
        </p:nvSpPr>
        <p:spPr>
          <a:xfrm>
            <a:off x="3457574" y="6158994"/>
            <a:ext cx="4328495"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6737954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avec image 7">
    <p:bg>
      <p:bgPr>
        <a:solidFill>
          <a:schemeClr val="tx2"/>
        </a:solidFill>
        <a:effectLst/>
      </p:bgPr>
    </p:bg>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4AC4AA71-4D00-C504-86D1-E003D9A4DEDF}"/>
              </a:ext>
            </a:extLst>
          </p:cNvPr>
          <p:cNvSpPr>
            <a:spLocks noGrp="1"/>
          </p:cNvSpPr>
          <p:nvPr>
            <p:ph type="title"/>
          </p:nvPr>
        </p:nvSpPr>
        <p:spPr>
          <a:xfrm>
            <a:off x="1447800" y="3623950"/>
            <a:ext cx="7275859" cy="2395850"/>
          </a:xfrm>
        </p:spPr>
        <p:txBody>
          <a:bodyPr rtlCol="0" anchor="b">
            <a:noAutofit/>
          </a:bodyPr>
          <a:lstStyle>
            <a:lvl1pPr>
              <a:defRPr sz="7200" cap="all" baseline="0">
                <a:solidFill>
                  <a:schemeClr val="bg1"/>
                </a:solidFill>
              </a:defRPr>
            </a:lvl1pPr>
          </a:lstStyle>
          <a:p>
            <a:pPr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9110042" y="4728526"/>
            <a:ext cx="2548557" cy="1127758"/>
          </a:xfrm>
          <a:prstGeom prst="rect">
            <a:avLst/>
          </a:prstGeom>
        </p:spPr>
        <p:txBody>
          <a:bodyPr rtlCol="0" anchor="b">
            <a:normAutofit/>
          </a:bodyPr>
          <a:lstStyle>
            <a:lvl1pPr marL="0" indent="0" algn="r">
              <a:buNone/>
              <a:defRPr sz="20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endParaRPr lang="en-US"/>
          </a:p>
        </p:txBody>
      </p:sp>
      <p:sp>
        <p:nvSpPr>
          <p:cNvPr id="35" name="Espace réservé d’image 34">
            <a:extLst>
              <a:ext uri="{FF2B5EF4-FFF2-40B4-BE49-F238E27FC236}">
                <a16:creationId xmlns:a16="http://schemas.microsoft.com/office/drawing/2014/main" id="{B9064727-BADB-A389-B86C-8631998C0849}"/>
              </a:ext>
            </a:extLst>
          </p:cNvPr>
          <p:cNvSpPr>
            <a:spLocks noGrp="1"/>
          </p:cNvSpPr>
          <p:nvPr>
            <p:ph type="pic" sz="quarter" idx="13" hasCustomPrompt="1"/>
          </p:nvPr>
        </p:nvSpPr>
        <p:spPr>
          <a:xfrm>
            <a:off x="1571624" y="-1"/>
            <a:ext cx="10620375" cy="3242950"/>
          </a:xfrm>
          <a:blipFill dpi="0" rotWithShape="1">
            <a:blip r:embed="rId2">
              <a:alphaModFix amt="60000"/>
            </a:blip>
            <a:srcRect/>
            <a:stretch>
              <a:fillRect/>
            </a:stretch>
          </a:blipFill>
        </p:spPr>
        <p:txBody>
          <a:bodyPr rtlCol="0"/>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8576636" cy="381001"/>
          </a:xfrm>
          <a:prstGeom prst="rect">
            <a:avLst/>
          </a:prstGeom>
        </p:spPr>
        <p:txBody>
          <a:bodyPr rtlCol="0"/>
          <a:lstStyle>
            <a:lvl1pPr>
              <a:defRPr>
                <a:solidFill>
                  <a:schemeClr val="bg1"/>
                </a:solidFill>
              </a:defRPr>
            </a:lvl1pPr>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9110037" y="6476999"/>
            <a:ext cx="1885950" cy="381001"/>
          </a:xfrm>
          <a:prstGeom prst="rect">
            <a:avLst/>
          </a:prstGeom>
        </p:spPr>
        <p:txBody>
          <a:bodyPr rtlCol="0"/>
          <a:lstStyle>
            <a:lvl1pPr>
              <a:defRPr>
                <a:solidFill>
                  <a:schemeClr val="bg1"/>
                </a:solidFill>
              </a:defRPr>
            </a:lvl1pPr>
          </a:lstStyle>
          <a:p>
            <a:pPr rtl="0"/>
            <a:r>
              <a:rPr lang="en-US"/>
              <a:t>17/09/2025</a:t>
            </a:r>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9" y="6477000"/>
            <a:ext cx="657226" cy="381001"/>
          </a:xfrm>
          <a:prstGeom prst="rect">
            <a:avLst/>
          </a:prstGeom>
        </p:spPr>
        <p:txBody>
          <a:bodyPr rtlCol="0"/>
          <a:lstStyle>
            <a:lvl1pPr>
              <a:defRPr>
                <a:solidFill>
                  <a:schemeClr val="bg1"/>
                </a:solidFill>
              </a:defRPr>
            </a:lvl1pPr>
          </a:lstStyle>
          <a:p>
            <a:pPr rtl="0"/>
            <a:fld id="{AEAA3239-9EA4-4A65-A281-97F994456D9F}" type="slidenum">
              <a:rPr lang="en-US" smtClean="0"/>
              <a:pPr rtl="0"/>
              <a:t>‹#›</a:t>
            </a:fld>
            <a:endParaRPr lang="en-US"/>
          </a:p>
        </p:txBody>
      </p:sp>
      <p:sp>
        <p:nvSpPr>
          <p:cNvPr id="10" name="Forme libre 9">
            <a:extLst>
              <a:ext uri="{FF2B5EF4-FFF2-40B4-BE49-F238E27FC236}">
                <a16:creationId xmlns:a16="http://schemas.microsoft.com/office/drawing/2014/main" id="{8DFF3827-CD62-4A14-DFBC-0250A91ECBC5}"/>
              </a:ext>
            </a:extLst>
          </p:cNvPr>
          <p:cNvSpPr/>
          <p:nvPr/>
        </p:nvSpPr>
        <p:spPr>
          <a:xfrm>
            <a:off x="9110042" y="6167560"/>
            <a:ext cx="3085896"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6" name="Forme libre 35">
            <a:extLst>
              <a:ext uri="{FF2B5EF4-FFF2-40B4-BE49-F238E27FC236}">
                <a16:creationId xmlns:a16="http://schemas.microsoft.com/office/drawing/2014/main" id="{B46863E6-656C-574C-DA91-23C8D30CE998}"/>
              </a:ext>
            </a:extLst>
          </p:cNvPr>
          <p:cNvSpPr/>
          <p:nvPr/>
        </p:nvSpPr>
        <p:spPr>
          <a:xfrm>
            <a:off x="1571623" y="6167558"/>
            <a:ext cx="754379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7039569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n-tête de secti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143000"/>
            <a:ext cx="8576636" cy="5271008"/>
          </a:xfrm>
          <a:prstGeom prst="rect">
            <a:avLst/>
          </a:prstGeom>
        </p:spPr>
        <p:txBody>
          <a:bodyPr vert="horz" lIns="91440" tIns="45720" rIns="91440" bIns="45720" rtlCol="0" anchor="b">
            <a:normAutofit/>
          </a:bodyPr>
          <a:lstStyle>
            <a:lvl1pPr>
              <a:defRPr lang="en-US" sz="7200" cap="all" baseline="0" dirty="0">
                <a:solidFill>
                  <a:schemeClr val="bg2"/>
                </a:solidFill>
              </a:defRPr>
            </a:lvl1pPr>
          </a:lstStyle>
          <a:p>
            <a:pPr lvl="0" rtl="0"/>
            <a:r>
              <a:rPr lang="fr"/>
              <a:t>EN-TÊTE DE SECTION</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76636" cy="365760"/>
          </a:xfrm>
          <a:prstGeom prst="rect">
            <a:avLst/>
          </a:prstGeom>
        </p:spPr>
        <p:txBody>
          <a:bodyPr rtlCol="0"/>
          <a:lstStyle>
            <a:lvl1pPr>
              <a:defRPr>
                <a:solidFill>
                  <a:schemeClr val="bg2"/>
                </a:solidFill>
              </a:defRPr>
            </a:lvl1pPr>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92240"/>
            <a:ext cx="1891337" cy="365760"/>
          </a:xfrm>
          <a:prstGeom prst="rect">
            <a:avLst/>
          </a:prstGeom>
        </p:spPr>
        <p:txBody>
          <a:bodyPr rtlCol="0"/>
          <a:lstStyle>
            <a:lvl1pPr>
              <a:defRPr>
                <a:solidFill>
                  <a:schemeClr val="bg2"/>
                </a:solidFill>
              </a:defRPr>
            </a:lvl1pPr>
          </a:lstStyle>
          <a:p>
            <a:pPr rtl="0"/>
            <a:r>
              <a:rPr lang="en-US"/>
              <a:t>17/09/2025</a:t>
            </a:r>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2" cy="365760"/>
          </a:xfrm>
          <a:prstGeom prst="rect">
            <a:avLst/>
          </a:prstGeom>
        </p:spPr>
        <p:txBody>
          <a:bodyPr rtlCol="0"/>
          <a:lstStyle>
            <a:lvl1pPr>
              <a:defRPr>
                <a:solidFill>
                  <a:schemeClr val="bg2"/>
                </a:solidFill>
              </a:defRPr>
            </a:lvl1pPr>
          </a:lstStyle>
          <a:p>
            <a:pPr rtl="0"/>
            <a:fld id="{AEAA3239-9EA4-4A65-A281-97F994456D9F}" type="slidenum">
              <a:rPr lang="en-US" smtClean="0"/>
              <a:pPr rtl="0"/>
              <a:t>‹#›</a:t>
            </a:fld>
            <a:endParaRPr lang="en-US"/>
          </a:p>
        </p:txBody>
      </p:sp>
      <p:sp>
        <p:nvSpPr>
          <p:cNvPr id="32" name="Rectangle 31">
            <a:extLst>
              <a:ext uri="{FF2B5EF4-FFF2-40B4-BE49-F238E27FC236}">
                <a16:creationId xmlns:a16="http://schemas.microsoft.com/office/drawing/2014/main" id="{15F1B314-6B95-45EC-8168-CEA297F1BD40}"/>
              </a:ext>
            </a:extLst>
          </p:cNvPr>
          <p:cNvSpPr/>
          <p:nvPr/>
        </p:nvSpPr>
        <p:spPr>
          <a:xfrm>
            <a:off x="634029" y="570037"/>
            <a:ext cx="8476007" cy="615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3" name="Rectangle 32">
            <a:extLst>
              <a:ext uri="{FF2B5EF4-FFF2-40B4-BE49-F238E27FC236}">
                <a16:creationId xmlns:a16="http://schemas.microsoft.com/office/drawing/2014/main" id="{D4E8A7FA-CBEB-E74B-AC79-5D830DAFC993}"/>
              </a:ext>
            </a:extLst>
          </p:cNvPr>
          <p:cNvSpPr/>
          <p:nvPr/>
        </p:nvSpPr>
        <p:spPr>
          <a:xfrm>
            <a:off x="9110036" y="570037"/>
            <a:ext cx="3081964" cy="6154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6466219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Ordre du jour">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AE97C67-C2EB-5515-0FDC-A535220C9DF0}"/>
              </a:ext>
            </a:extLst>
          </p:cNvPr>
          <p:cNvSpPr/>
          <p:nvPr/>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itre 1">
            <a:extLst>
              <a:ext uri="{FF2B5EF4-FFF2-40B4-BE49-F238E27FC236}">
                <a16:creationId xmlns:a16="http://schemas.microsoft.com/office/drawing/2014/main" id="{4E4019F8-742E-9EEF-F591-C9666AC32AF1}"/>
              </a:ext>
            </a:extLst>
          </p:cNvPr>
          <p:cNvSpPr>
            <a:spLocks noGrp="1"/>
          </p:cNvSpPr>
          <p:nvPr>
            <p:ph type="title" hasCustomPrompt="1"/>
          </p:nvPr>
        </p:nvSpPr>
        <p:spPr>
          <a:xfrm>
            <a:off x="533399" y="1016955"/>
            <a:ext cx="8195646" cy="1127758"/>
          </a:xfrm>
          <a:prstGeom prst="rect">
            <a:avLst/>
          </a:prstGeom>
        </p:spPr>
        <p:txBody>
          <a:bodyPr rtlCol="0" anchor="t">
            <a:normAutofit/>
          </a:bodyPr>
          <a:lstStyle>
            <a:lvl1pPr>
              <a:defRPr sz="7200" cap="all" baseline="0"/>
            </a:lvl1pPr>
          </a:lstStyle>
          <a:p>
            <a:pPr rtl="0"/>
            <a:r>
              <a:rPr lang="fr"/>
              <a:t>ORDRE DU JOUR</a:t>
            </a:r>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533399" y="2510472"/>
            <a:ext cx="8190496" cy="3966527"/>
          </a:xfrm>
          <a:prstGeom prst="rect">
            <a:avLst/>
          </a:prstGeom>
        </p:spPr>
        <p:txBody>
          <a:bodyPr rtlCol="0">
            <a:normAutofit/>
          </a:bodyPr>
          <a:lstStyle>
            <a:lvl1pPr marL="457200" indent="-457200">
              <a:lnSpc>
                <a:spcPct val="150000"/>
              </a:lnSpc>
              <a:spcBef>
                <a:spcPts val="0"/>
              </a:spcBef>
              <a:buFont typeface="+mj-lt"/>
              <a:buAutoNum type="arabicPeriod"/>
              <a:defRPr sz="2000"/>
            </a:lvl1pPr>
            <a:lvl2pPr marL="685800" indent="-4572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marL="1257300" indent="-342900">
              <a:lnSpc>
                <a:spcPct val="150000"/>
              </a:lnSpc>
              <a:spcBef>
                <a:spcPts val="0"/>
              </a:spcBef>
              <a:buFont typeface="+mj-lt"/>
              <a:buAutoNum type="arabicPeriod"/>
              <a:defRPr sz="20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92241"/>
            <a:ext cx="5758481" cy="365760"/>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3" name="Espace réservé de la date 2">
            <a:extLst>
              <a:ext uri="{FF2B5EF4-FFF2-40B4-BE49-F238E27FC236}">
                <a16:creationId xmlns:a16="http://schemas.microsoft.com/office/drawing/2014/main" id="{6CC77F2D-39D2-22F7-CF0B-39D63EBF00B7}"/>
              </a:ext>
            </a:extLst>
          </p:cNvPr>
          <p:cNvSpPr>
            <a:spLocks noGrp="1"/>
          </p:cNvSpPr>
          <p:nvPr>
            <p:ph type="dt" sz="half" idx="10"/>
          </p:nvPr>
        </p:nvSpPr>
        <p:spPr>
          <a:xfrm>
            <a:off x="6291885" y="6492240"/>
            <a:ext cx="1763999" cy="365760"/>
          </a:xfrm>
          <a:prstGeom prst="rect">
            <a:avLst/>
          </a:prstGeom>
        </p:spPr>
        <p:txBody>
          <a:bodyPr rtlCol="0"/>
          <a:lstStyle>
            <a:lvl1pPr>
              <a:defRPr>
                <a:solidFill>
                  <a:schemeClr val="tx2"/>
                </a:solidFill>
              </a:defRPr>
            </a:lvl1pPr>
          </a:lstStyle>
          <a:p>
            <a:pPr rtl="0"/>
            <a:r>
              <a:rPr lang="en-US"/>
              <a:t>17/09/2025</a:t>
            </a:r>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a:xfrm>
            <a:off x="8061271" y="6492241"/>
            <a:ext cx="662624" cy="365760"/>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34" name="Rectangle 33">
            <a:extLst>
              <a:ext uri="{FF2B5EF4-FFF2-40B4-BE49-F238E27FC236}">
                <a16:creationId xmlns:a16="http://schemas.microsoft.com/office/drawing/2014/main" id="{E58CA726-6257-4F3F-9296-A3CF5DCA19DB}"/>
              </a:ext>
            </a:extLst>
          </p:cNvPr>
          <p:cNvSpPr/>
          <p:nvPr/>
        </p:nvSpPr>
        <p:spPr>
          <a:xfrm>
            <a:off x="634029" y="2144714"/>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858830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Ordre du jour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hasCustomPrompt="1"/>
          </p:nvPr>
        </p:nvSpPr>
        <p:spPr>
          <a:xfrm>
            <a:off x="1571616" y="1016955"/>
            <a:ext cx="10086983" cy="1127758"/>
          </a:xfrm>
          <a:prstGeom prst="rect">
            <a:avLst/>
          </a:prstGeom>
        </p:spPr>
        <p:txBody>
          <a:bodyPr rtlCol="0" anchor="t">
            <a:normAutofit/>
          </a:bodyPr>
          <a:lstStyle>
            <a:lvl1pPr>
              <a:defRPr sz="7200" cap="all" baseline="0"/>
            </a:lvl1pPr>
          </a:lstStyle>
          <a:p>
            <a:pPr rtl="0"/>
            <a:r>
              <a:rPr lang="fr"/>
              <a:t>ORDRE DU JOUR</a:t>
            </a:r>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3457574" y="2510472"/>
            <a:ext cx="8201025" cy="3345813"/>
          </a:xfrm>
          <a:prstGeom prst="rect">
            <a:avLst/>
          </a:prstGeom>
        </p:spPr>
        <p:txBody>
          <a:bodyPr rtlCol="0" anchor="b">
            <a:normAutofit/>
          </a:bodyPr>
          <a:lstStyle>
            <a:lvl1pPr marL="457200" indent="-4572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1pPr>
            <a:lvl2pPr marL="685800" indent="-4572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2pPr>
            <a:lvl3pPr marL="8001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3pPr>
            <a:lvl4pPr marL="10287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4pPr>
            <a:lvl5pPr marL="12573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77000"/>
            <a:ext cx="8582024" cy="381001"/>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3" name="Espace réservé de la date 2">
            <a:extLst>
              <a:ext uri="{FF2B5EF4-FFF2-40B4-BE49-F238E27FC236}">
                <a16:creationId xmlns:a16="http://schemas.microsoft.com/office/drawing/2014/main" id="{6CC77F2D-39D2-22F7-CF0B-39D63EBF00B7}"/>
              </a:ext>
            </a:extLst>
          </p:cNvPr>
          <p:cNvSpPr>
            <a:spLocks noGrp="1"/>
          </p:cNvSpPr>
          <p:nvPr>
            <p:ph type="dt" sz="half" idx="10"/>
          </p:nvPr>
        </p:nvSpPr>
        <p:spPr>
          <a:xfrm>
            <a:off x="9120810" y="6477000"/>
            <a:ext cx="1880569" cy="381001"/>
          </a:xfrm>
          <a:prstGeom prst="rect">
            <a:avLst/>
          </a:prstGeom>
        </p:spPr>
        <p:txBody>
          <a:bodyPr rtlCol="0"/>
          <a:lstStyle>
            <a:lvl1pPr>
              <a:defRPr>
                <a:solidFill>
                  <a:schemeClr val="tx2"/>
                </a:solidFill>
              </a:defRPr>
            </a:lvl1pPr>
          </a:lstStyle>
          <a:p>
            <a:pPr rtl="0"/>
            <a:r>
              <a:rPr lang="en-US"/>
              <a:t>17/09/2025</a:t>
            </a:r>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01379" y="6477000"/>
            <a:ext cx="668011" cy="381001"/>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6" name="Rectangle 5">
            <a:extLst>
              <a:ext uri="{FF2B5EF4-FFF2-40B4-BE49-F238E27FC236}">
                <a16:creationId xmlns:a16="http://schemas.microsoft.com/office/drawing/2014/main" id="{3ED80240-B3FF-301A-7873-10FB09246CCA}"/>
              </a:ext>
            </a:extLst>
          </p:cNvPr>
          <p:cNvSpPr/>
          <p:nvPr userDrawn="1"/>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Rectangle 7">
            <a:extLst>
              <a:ext uri="{FF2B5EF4-FFF2-40B4-BE49-F238E27FC236}">
                <a16:creationId xmlns:a16="http://schemas.microsoft.com/office/drawing/2014/main" id="{C14D47D0-4154-EDAC-8824-1648A190B7A6}"/>
              </a:ext>
            </a:extLst>
          </p:cNvPr>
          <p:cNvSpPr/>
          <p:nvPr userDrawn="1"/>
        </p:nvSpPr>
        <p:spPr>
          <a:xfrm>
            <a:off x="3467745" y="6155911"/>
            <a:ext cx="564228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1597147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Ordre du jour avec imag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9C713386-53DE-AEBA-6318-6C7146DE2270}"/>
              </a:ext>
            </a:extLst>
          </p:cNvPr>
          <p:cNvSpPr>
            <a:spLocks noGrp="1"/>
          </p:cNvSpPr>
          <p:nvPr>
            <p:ph type="title" hasCustomPrompt="1"/>
          </p:nvPr>
        </p:nvSpPr>
        <p:spPr>
          <a:xfrm>
            <a:off x="5343517" y="1386842"/>
            <a:ext cx="6315083" cy="1127758"/>
          </a:xfrm>
        </p:spPr>
        <p:txBody>
          <a:bodyPr rtlCol="0">
            <a:normAutofit/>
          </a:bodyPr>
          <a:lstStyle>
            <a:lvl1pPr>
              <a:defRPr sz="7200" cap="all" baseline="0"/>
            </a:lvl1pPr>
          </a:lstStyle>
          <a:p>
            <a:pPr rtl="0"/>
            <a:r>
              <a:rPr lang="fr"/>
              <a:t>ORDRE DU JOUR</a:t>
            </a:r>
          </a:p>
        </p:txBody>
      </p:sp>
      <p:sp>
        <p:nvSpPr>
          <p:cNvPr id="39" name="Espace réservé d’image 38">
            <a:extLst>
              <a:ext uri="{FF2B5EF4-FFF2-40B4-BE49-F238E27FC236}">
                <a16:creationId xmlns:a16="http://schemas.microsoft.com/office/drawing/2014/main" id="{0440984A-B82C-18F1-2933-6DF295884CE0}"/>
              </a:ext>
            </a:extLst>
          </p:cNvPr>
          <p:cNvSpPr>
            <a:spLocks noGrp="1"/>
          </p:cNvSpPr>
          <p:nvPr>
            <p:ph type="pic" sz="quarter" idx="14" hasCustomPrompt="1"/>
          </p:nvPr>
        </p:nvSpPr>
        <p:spPr>
          <a:xfrm>
            <a:off x="0" y="0"/>
            <a:ext cx="4400554" cy="6858000"/>
          </a:xfrm>
          <a:blipFill>
            <a:blip r:embed="rId2">
              <a:alphaModFix amt="60000"/>
            </a:blip>
            <a:stretch>
              <a:fillRect/>
            </a:stretch>
          </a:blipFill>
        </p:spPr>
        <p:txBody>
          <a:bodyPr rtlCol="0"/>
          <a:lstStyle>
            <a:lvl1pPr marL="0" indent="0">
              <a:buNone/>
              <a:defRPr/>
            </a:lvl1pPr>
          </a:lstStyle>
          <a:p>
            <a:pPr rtl="0"/>
            <a:r>
              <a:rPr lang="fr"/>
              <a:t> </a:t>
            </a:r>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5343518" y="2886089"/>
            <a:ext cx="6315082" cy="3336911"/>
          </a:xfrm>
          <a:prstGeom prst="rect">
            <a:avLst/>
          </a:prstGeom>
        </p:spPr>
        <p:txBody>
          <a:bodyPr rtlCol="0">
            <a:normAutofit/>
          </a:bodyPr>
          <a:lstStyle>
            <a:lvl1pPr marL="457200" indent="-457200">
              <a:lnSpc>
                <a:spcPct val="150000"/>
              </a:lnSpc>
              <a:spcBef>
                <a:spcPts val="0"/>
              </a:spcBef>
              <a:buFont typeface="+mj-lt"/>
              <a:buAutoNum type="arabicPeriod"/>
              <a:defRPr sz="2000"/>
            </a:lvl1pPr>
            <a:lvl2pPr marL="571500" indent="-3429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a:lnSpc>
                <a:spcPct val="150000"/>
              </a:lnSpc>
              <a:spcBef>
                <a:spcPts val="0"/>
              </a:spcBef>
              <a:buFont typeface="+mj-lt"/>
              <a:buAutoNum type="arabicPeriod"/>
              <a:defRPr sz="20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a:xfrm>
            <a:off x="5343518" y="6477000"/>
            <a:ext cx="3771905" cy="381001"/>
          </a:xfrm>
          <a:prstGeom prst="rect">
            <a:avLst/>
          </a:prstGeom>
        </p:spPr>
        <p:txBody>
          <a:bodyPr rtlCol="0"/>
          <a:lstStyle/>
          <a:p>
            <a:pPr rtl="0"/>
            <a:r>
              <a:rPr lang="fr"/>
              <a:t>Titre de la présentation</a:t>
            </a:r>
            <a:endParaRPr lang="en-US"/>
          </a:p>
        </p:txBody>
      </p:sp>
      <p:sp>
        <p:nvSpPr>
          <p:cNvPr id="3" name="Espace réservé de la date 2">
            <a:extLst>
              <a:ext uri="{FF2B5EF4-FFF2-40B4-BE49-F238E27FC236}">
                <a16:creationId xmlns:a16="http://schemas.microsoft.com/office/drawing/2014/main" id="{6CC77F2D-39D2-22F7-CF0B-39D63EBF00B7}"/>
              </a:ext>
            </a:extLst>
          </p:cNvPr>
          <p:cNvSpPr>
            <a:spLocks noGrp="1"/>
          </p:cNvSpPr>
          <p:nvPr>
            <p:ph type="dt" sz="half" idx="10"/>
          </p:nvPr>
        </p:nvSpPr>
        <p:spPr>
          <a:xfrm>
            <a:off x="9120821" y="6477000"/>
            <a:ext cx="1875160" cy="381001"/>
          </a:xfrm>
          <a:prstGeom prst="rect">
            <a:avLst/>
          </a:prstGeom>
        </p:spPr>
        <p:txBody>
          <a:bodyPr rtlCol="0"/>
          <a:lstStyle/>
          <a:p>
            <a:pPr rtl="0"/>
            <a:r>
              <a:rPr lang="en-US"/>
              <a:t>17/09/2025</a:t>
            </a:r>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5986" y="6477000"/>
            <a:ext cx="662614" cy="381001"/>
          </a:xfrm>
          <a:prstGeom prst="rect">
            <a:avLst/>
          </a:prstGeom>
        </p:spPr>
        <p:txBody>
          <a:bodyPr rtlCol="0"/>
          <a:lstStyle/>
          <a:p>
            <a:pPr rtl="0"/>
            <a:fld id="{AEAA3239-9EA4-4A65-A281-97F994456D9F}" type="slidenum">
              <a:rPr lang="en-US" smtClean="0"/>
              <a:t>‹#›</a:t>
            </a:fld>
            <a:endParaRPr lang="en-US"/>
          </a:p>
        </p:txBody>
      </p:sp>
      <p:sp>
        <p:nvSpPr>
          <p:cNvPr id="34" name="Rectangle 33">
            <a:extLst>
              <a:ext uri="{FF2B5EF4-FFF2-40B4-BE49-F238E27FC236}">
                <a16:creationId xmlns:a16="http://schemas.microsoft.com/office/drawing/2014/main" id="{98E5CA23-2176-4B29-AB27-EDD9AC417271}"/>
              </a:ext>
            </a:extLst>
          </p:cNvPr>
          <p:cNvSpPr/>
          <p:nvPr/>
        </p:nvSpPr>
        <p:spPr>
          <a:xfrm>
            <a:off x="4400554" y="2496190"/>
            <a:ext cx="7791446"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710358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u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A56B3EE4-062C-F433-E634-3A18DC144881}"/>
              </a:ext>
            </a:extLst>
          </p:cNvPr>
          <p:cNvSpPr>
            <a:spLocks noGrp="1"/>
          </p:cNvSpPr>
          <p:nvPr>
            <p:ph type="title"/>
          </p:nvPr>
        </p:nvSpPr>
        <p:spPr>
          <a:xfrm>
            <a:off x="533399" y="1016955"/>
            <a:ext cx="8190252" cy="1064665"/>
          </a:xfrm>
        </p:spPr>
        <p:txBody>
          <a:bodyPr rtlCol="0"/>
          <a:lstStyle>
            <a:lvl1pPr>
              <a:defRPr cap="all" baseline="0"/>
            </a:lvl1pPr>
          </a:lstStyle>
          <a:p>
            <a:pPr rtl="0"/>
            <a:r>
              <a:rPr lang="fr"/>
              <a:t>Modifiez le style du titre</a:t>
            </a:r>
          </a:p>
        </p:txBody>
      </p:sp>
      <p:sp>
        <p:nvSpPr>
          <p:cNvPr id="33" name="Rectangle 32">
            <a:extLst>
              <a:ext uri="{FF2B5EF4-FFF2-40B4-BE49-F238E27FC236}">
                <a16:creationId xmlns:a16="http://schemas.microsoft.com/office/drawing/2014/main" id="{47E7D5E3-074F-6FA6-6315-6EB342D2C2D0}"/>
              </a:ext>
            </a:extLst>
          </p:cNvPr>
          <p:cNvSpPr/>
          <p:nvPr userDrawn="1"/>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4" name="Rectangle 33">
            <a:extLst>
              <a:ext uri="{FF2B5EF4-FFF2-40B4-BE49-F238E27FC236}">
                <a16:creationId xmlns:a16="http://schemas.microsoft.com/office/drawing/2014/main" id="{5A2BF4CD-78B4-D70F-8781-6C00B2CEA066}"/>
              </a:ext>
            </a:extLst>
          </p:cNvPr>
          <p:cNvSpPr/>
          <p:nvPr/>
        </p:nvSpPr>
        <p:spPr>
          <a:xfrm>
            <a:off x="634029" y="2144714"/>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Espace réservé du contenu 11">
            <a:extLst>
              <a:ext uri="{FF2B5EF4-FFF2-40B4-BE49-F238E27FC236}">
                <a16:creationId xmlns:a16="http://schemas.microsoft.com/office/drawing/2014/main" id="{8447EC38-FC2B-37AD-5285-1B51B7FA258B}"/>
              </a:ext>
            </a:extLst>
          </p:cNvPr>
          <p:cNvSpPr>
            <a:spLocks noGrp="1"/>
          </p:cNvSpPr>
          <p:nvPr>
            <p:ph sz="quarter" idx="14"/>
          </p:nvPr>
        </p:nvSpPr>
        <p:spPr>
          <a:xfrm>
            <a:off x="533400" y="2495232"/>
            <a:ext cx="4659313" cy="1644650"/>
          </a:xfrm>
        </p:spPr>
        <p:txBody>
          <a:bodyPr rtlCol="0">
            <a:normAutofit/>
          </a:bodyPr>
          <a:lstStyle>
            <a:lvl1pPr marL="0" indent="0">
              <a:spcBef>
                <a:spcPts val="0"/>
              </a:spcBef>
              <a:buNone/>
              <a:defRPr sz="1400"/>
            </a:lvl1pPr>
            <a:lvl2pPr marL="228600" indent="0">
              <a:spcBef>
                <a:spcPts val="0"/>
              </a:spcBef>
              <a:buNone/>
              <a:defRPr sz="1400"/>
            </a:lvl2pPr>
            <a:lvl3pPr marL="457200" indent="0">
              <a:spcBef>
                <a:spcPts val="0"/>
              </a:spcBef>
              <a:buNone/>
              <a:defRPr sz="1400"/>
            </a:lvl3pPr>
            <a:lvl4pPr marL="685800" indent="0">
              <a:spcBef>
                <a:spcPts val="0"/>
              </a:spcBef>
              <a:buNone/>
              <a:defRPr sz="1400"/>
            </a:lvl4pPr>
            <a:lvl5pPr marL="914400" indent="0">
              <a:spcBef>
                <a:spcPts val="0"/>
              </a:spcBef>
              <a:buNone/>
              <a:defRPr sz="14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6304302" cy="381001"/>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6843095" y="6477000"/>
            <a:ext cx="1223330" cy="381001"/>
          </a:xfrm>
          <a:prstGeom prst="rect">
            <a:avLst/>
          </a:prstGeom>
        </p:spPr>
        <p:txBody>
          <a:bodyPr rtlCol="0"/>
          <a:lstStyle>
            <a:lvl1pPr>
              <a:defRPr>
                <a:solidFill>
                  <a:schemeClr val="tx2"/>
                </a:solidFill>
              </a:defRPr>
            </a:lvl1pPr>
          </a:lstStyle>
          <a:p>
            <a:pPr rtl="0"/>
            <a:r>
              <a:rPr lang="en-US"/>
              <a:t>17/09/2025</a:t>
            </a:r>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a:xfrm>
            <a:off x="8066425" y="6477000"/>
            <a:ext cx="657226" cy="381001"/>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9" name="Forme libre 8">
            <a:extLst>
              <a:ext uri="{FF2B5EF4-FFF2-40B4-BE49-F238E27FC236}">
                <a16:creationId xmlns:a16="http://schemas.microsoft.com/office/drawing/2014/main" id="{37ECC57E-F626-26BF-F554-362A80454818}"/>
              </a:ext>
            </a:extLst>
          </p:cNvPr>
          <p:cNvSpPr/>
          <p:nvPr userDrawn="1"/>
        </p:nvSpPr>
        <p:spPr>
          <a:xfrm>
            <a:off x="9110042" y="2144714"/>
            <a:ext cx="3085896"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303895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u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93859" cy="3456894"/>
          </a:xfrm>
          <a:prstGeom prst="rect">
            <a:avLst/>
          </a:prstGeom>
        </p:spPr>
        <p:txBody>
          <a:bodyPr rtlCol="0" anchor="t">
            <a:normAutofit/>
          </a:bodyPr>
          <a:lstStyle>
            <a:lvl1pPr>
              <a:defRPr sz="3600" cap="all" baseline="0"/>
            </a:lvl1pPr>
          </a:lstStyle>
          <a:p>
            <a:pPr rtl="0"/>
            <a:r>
              <a:rPr lang="fr"/>
              <a:t>Modifiez le style du titre</a:t>
            </a:r>
          </a:p>
        </p:txBody>
      </p:sp>
      <p:sp>
        <p:nvSpPr>
          <p:cNvPr id="8" name="Espace réservé du contenu 7">
            <a:extLst>
              <a:ext uri="{FF2B5EF4-FFF2-40B4-BE49-F238E27FC236}">
                <a16:creationId xmlns:a16="http://schemas.microsoft.com/office/drawing/2014/main" id="{D42D62A0-8127-CE86-0633-0D65E1E136F7}"/>
              </a:ext>
            </a:extLst>
          </p:cNvPr>
          <p:cNvSpPr>
            <a:spLocks noGrp="1"/>
          </p:cNvSpPr>
          <p:nvPr>
            <p:ph sz="quarter" idx="13"/>
          </p:nvPr>
        </p:nvSpPr>
        <p:spPr>
          <a:xfrm>
            <a:off x="4962527" y="1016955"/>
            <a:ext cx="6696073" cy="3461212"/>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rtlCol="0"/>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rtlCol="0"/>
          <a:lstStyle/>
          <a:p>
            <a:pPr rtl="0"/>
            <a:r>
              <a:rPr lang="en-US"/>
              <a:t>17/09/2025</a:t>
            </a:r>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a:xfrm>
            <a:off x="10995976" y="6477000"/>
            <a:ext cx="662624" cy="381001"/>
          </a:xfrm>
          <a:prstGeom prst="rect">
            <a:avLst/>
          </a:prstGeom>
        </p:spPr>
        <p:txBody>
          <a:bodyPr rtlCol="0"/>
          <a:lstStyle/>
          <a:p>
            <a:pPr rtl="0"/>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318A2D93-E48C-9CE8-FF5E-7230586A29D9}"/>
              </a:ext>
            </a:extLst>
          </p:cNvPr>
          <p:cNvSpPr/>
          <p:nvPr userDrawn="1"/>
        </p:nvSpPr>
        <p:spPr>
          <a:xfrm>
            <a:off x="4019552" y="570037"/>
            <a:ext cx="8172448" cy="595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Rectangle 8">
            <a:extLst>
              <a:ext uri="{FF2B5EF4-FFF2-40B4-BE49-F238E27FC236}">
                <a16:creationId xmlns:a16="http://schemas.microsoft.com/office/drawing/2014/main" id="{23FA3421-FB3F-747A-9D40-EB149BBDD6FA}"/>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130413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u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1539" cy="4083580"/>
          </a:xfrm>
          <a:prstGeom prst="rect">
            <a:avLst/>
          </a:prstGeom>
        </p:spPr>
        <p:txBody>
          <a:bodyPr rtlCol="0" anchor="t">
            <a:normAutofit/>
          </a:bodyPr>
          <a:lstStyle>
            <a:lvl1pPr>
              <a:defRPr sz="3600" cap="all" baseline="0"/>
            </a:lvl1pPr>
          </a:lstStyle>
          <a:p>
            <a:pPr rtl="0"/>
            <a:r>
              <a:rPr lang="fr"/>
              <a:t>Modifiez le style du titre</a:t>
            </a:r>
          </a:p>
        </p:txBody>
      </p:sp>
      <p:sp>
        <p:nvSpPr>
          <p:cNvPr id="8" name="Espace réservé du contenu 7">
            <a:extLst>
              <a:ext uri="{FF2B5EF4-FFF2-40B4-BE49-F238E27FC236}">
                <a16:creationId xmlns:a16="http://schemas.microsoft.com/office/drawing/2014/main" id="{FFB4667A-FE47-8556-FD3A-55FDBA801D76}"/>
              </a:ext>
            </a:extLst>
          </p:cNvPr>
          <p:cNvSpPr>
            <a:spLocks noGrp="1"/>
          </p:cNvSpPr>
          <p:nvPr>
            <p:ph sz="quarter" idx="13"/>
          </p:nvPr>
        </p:nvSpPr>
        <p:spPr>
          <a:xfrm>
            <a:off x="4962526" y="1016955"/>
            <a:ext cx="6696073" cy="4083579"/>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rtlCol="0"/>
          <a:lstStyle/>
          <a:p>
            <a:pPr rtl="0"/>
            <a:r>
              <a:rPr lang="fr"/>
              <a:t>Titre de la présentation</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rtlCol="0"/>
          <a:lstStyle/>
          <a:p>
            <a:pPr rtl="0"/>
            <a:r>
              <a:rPr lang="en-US"/>
              <a:t>17/09/2025</a:t>
            </a:r>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rtlCol="0"/>
          <a:lstStyle/>
          <a:p>
            <a:pPr rtl="0"/>
            <a:fld id="{AEAA3239-9EA4-4A65-A281-97F994456D9F}" type="slidenum">
              <a:rPr lang="en-US" smtClean="0"/>
              <a:t>‹#›</a:t>
            </a:fld>
            <a:endParaRPr lang="en-US"/>
          </a:p>
        </p:txBody>
      </p:sp>
      <p:sp>
        <p:nvSpPr>
          <p:cNvPr id="34" name="Rectangle 33">
            <a:extLst>
              <a:ext uri="{FF2B5EF4-FFF2-40B4-BE49-F238E27FC236}">
                <a16:creationId xmlns:a16="http://schemas.microsoft.com/office/drawing/2014/main" id="{9AE531BB-71E1-57EF-0879-5979B0C95458}"/>
              </a:ext>
            </a:extLst>
          </p:cNvPr>
          <p:cNvSpPr/>
          <p:nvPr userDrawn="1"/>
        </p:nvSpPr>
        <p:spPr>
          <a:xfrm>
            <a:off x="4024938" y="570037"/>
            <a:ext cx="8167062"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Rectangle 8">
            <a:extLst>
              <a:ext uri="{FF2B5EF4-FFF2-40B4-BE49-F238E27FC236}">
                <a16:creationId xmlns:a16="http://schemas.microsoft.com/office/drawing/2014/main" id="{731FD272-0797-A5C1-BAB9-E68F518B8158}"/>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3304605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u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6147" cy="4940661"/>
          </a:xfrm>
          <a:prstGeom prst="rect">
            <a:avLst/>
          </a:prstGeom>
        </p:spPr>
        <p:txBody>
          <a:bodyPr rtlCol="0" anchor="t">
            <a:normAutofit/>
          </a:bodyPr>
          <a:lstStyle>
            <a:lvl1pPr>
              <a:defRPr sz="3600" cap="all" baseline="0"/>
            </a:lvl1pPr>
          </a:lstStyle>
          <a:p>
            <a:pPr rtl="0"/>
            <a:r>
              <a:rPr lang="fr"/>
              <a:t>Modifiez le style du titre</a:t>
            </a:r>
          </a:p>
        </p:txBody>
      </p:sp>
      <p:sp>
        <p:nvSpPr>
          <p:cNvPr id="8" name="Espace réservé du contenu 7">
            <a:extLst>
              <a:ext uri="{FF2B5EF4-FFF2-40B4-BE49-F238E27FC236}">
                <a16:creationId xmlns:a16="http://schemas.microsoft.com/office/drawing/2014/main" id="{C6F072A2-EBC7-B7EA-DA98-BAC0AA46E7A4}"/>
              </a:ext>
            </a:extLst>
          </p:cNvPr>
          <p:cNvSpPr>
            <a:spLocks noGrp="1"/>
          </p:cNvSpPr>
          <p:nvPr>
            <p:ph sz="quarter" idx="13"/>
          </p:nvPr>
        </p:nvSpPr>
        <p:spPr>
          <a:xfrm>
            <a:off x="4962526" y="1016955"/>
            <a:ext cx="6696074" cy="4940661"/>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rtlCol="0"/>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rtlCol="0"/>
          <a:lstStyle/>
          <a:p>
            <a:pPr rtl="0"/>
            <a:r>
              <a:rPr lang="en-US"/>
              <a:t>17/09/2025</a:t>
            </a:r>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rtlCol="0"/>
          <a:lstStyle/>
          <a:p>
            <a:pPr rtl="0"/>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E5C1B67F-B248-B2D5-AE0D-B9A93FFB6061}"/>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ctangle 6">
            <a:extLst>
              <a:ext uri="{FF2B5EF4-FFF2-40B4-BE49-F238E27FC236}">
                <a16:creationId xmlns:a16="http://schemas.microsoft.com/office/drawing/2014/main" id="{F98DF7F2-59F5-C597-5370-B00D427EA660}"/>
              </a:ext>
            </a:extLst>
          </p:cNvPr>
          <p:cNvSpPr/>
          <p:nvPr userDrawn="1"/>
        </p:nvSpPr>
        <p:spPr>
          <a:xfrm>
            <a:off x="4019547" y="570037"/>
            <a:ext cx="8172453"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5792000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u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86153" cy="2721451"/>
          </a:xfrm>
          <a:prstGeom prst="rect">
            <a:avLst/>
          </a:prstGeom>
        </p:spPr>
        <p:txBody>
          <a:bodyPr rtlCol="0" anchor="t">
            <a:normAutofit/>
          </a:bodyPr>
          <a:lstStyle>
            <a:lvl1pPr>
              <a:defRPr sz="3600" cap="all" baseline="0">
                <a:latin typeface="+mj-lt"/>
              </a:defRPr>
            </a:lvl1pPr>
          </a:lstStyle>
          <a:p>
            <a:pPr rtl="0"/>
            <a:r>
              <a:rPr lang="fr"/>
              <a:t>Modifiez le style du titre</a:t>
            </a:r>
          </a:p>
        </p:txBody>
      </p:sp>
      <p:sp>
        <p:nvSpPr>
          <p:cNvPr id="8" name="Espace réservé du contenu 7">
            <a:extLst>
              <a:ext uri="{FF2B5EF4-FFF2-40B4-BE49-F238E27FC236}">
                <a16:creationId xmlns:a16="http://schemas.microsoft.com/office/drawing/2014/main" id="{8C71126E-AEFA-B45A-CD39-AC1315E03339}"/>
              </a:ext>
            </a:extLst>
          </p:cNvPr>
          <p:cNvSpPr>
            <a:spLocks noGrp="1"/>
          </p:cNvSpPr>
          <p:nvPr>
            <p:ph sz="quarter" idx="13"/>
          </p:nvPr>
        </p:nvSpPr>
        <p:spPr>
          <a:xfrm>
            <a:off x="4962526" y="1016955"/>
            <a:ext cx="6696074" cy="5490524"/>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rtlCol="0"/>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rtlCol="0"/>
          <a:lstStyle/>
          <a:p>
            <a:pPr rtl="0"/>
            <a:r>
              <a:rPr lang="en-US"/>
              <a:t>17/09/2025</a:t>
            </a:r>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rtlCol="0"/>
          <a:lstStyle/>
          <a:p>
            <a:pPr rtl="0"/>
            <a:fld id="{AEAA3239-9EA4-4A65-A281-97F994456D9F}" type="slidenum">
              <a:rPr lang="en-US" smtClean="0"/>
              <a:t>‹#›</a:t>
            </a:fld>
            <a:endParaRPr lang="en-US"/>
          </a:p>
        </p:txBody>
      </p:sp>
      <p:sp>
        <p:nvSpPr>
          <p:cNvPr id="7" name="Rectangle 6">
            <a:extLst>
              <a:ext uri="{FF2B5EF4-FFF2-40B4-BE49-F238E27FC236}">
                <a16:creationId xmlns:a16="http://schemas.microsoft.com/office/drawing/2014/main" id="{CB922775-D819-CE59-81DF-9A22F9309472}"/>
              </a:ext>
            </a:extLst>
          </p:cNvPr>
          <p:cNvSpPr/>
          <p:nvPr/>
        </p:nvSpPr>
        <p:spPr>
          <a:xfrm>
            <a:off x="4017310" y="565607"/>
            <a:ext cx="817469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ctangle 9">
            <a:extLst>
              <a:ext uri="{FF2B5EF4-FFF2-40B4-BE49-F238E27FC236}">
                <a16:creationId xmlns:a16="http://schemas.microsoft.com/office/drawing/2014/main" id="{7E1D59CA-78A2-7B8F-A9C7-E86B47BEAE5E}"/>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6517573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u avec imag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4962523" y="1016956"/>
            <a:ext cx="6696076" cy="731520"/>
          </a:xfrm>
          <a:prstGeom prst="rect">
            <a:avLst/>
          </a:prstGeom>
        </p:spPr>
        <p:txBody>
          <a:bodyPr rtlCol="0" anchor="t"/>
          <a:lstStyle>
            <a:lvl1pPr>
              <a:defRPr cap="all" baseline="0"/>
            </a:lvl1pPr>
          </a:lstStyle>
          <a:p>
            <a:pPr rtl="0"/>
            <a:r>
              <a:rPr lang="fr"/>
              <a:t>Modifiez le style du titre</a:t>
            </a:r>
          </a:p>
        </p:txBody>
      </p:sp>
      <p:sp>
        <p:nvSpPr>
          <p:cNvPr id="38" name="Espace réservé d’image 37">
            <a:extLst>
              <a:ext uri="{FF2B5EF4-FFF2-40B4-BE49-F238E27FC236}">
                <a16:creationId xmlns:a16="http://schemas.microsoft.com/office/drawing/2014/main" id="{99EF452C-FB1E-E93B-DCC5-1D98DE017953}"/>
              </a:ext>
            </a:extLst>
          </p:cNvPr>
          <p:cNvSpPr>
            <a:spLocks noGrp="1"/>
          </p:cNvSpPr>
          <p:nvPr>
            <p:ph type="pic" sz="quarter" idx="13" hasCustomPrompt="1"/>
          </p:nvPr>
        </p:nvSpPr>
        <p:spPr>
          <a:xfrm>
            <a:off x="0"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818B74D6-CD72-B859-C229-60DB988B25E3}"/>
              </a:ext>
            </a:extLst>
          </p:cNvPr>
          <p:cNvSpPr>
            <a:spLocks noGrp="1"/>
          </p:cNvSpPr>
          <p:nvPr>
            <p:ph sz="quarter" idx="14"/>
          </p:nvPr>
        </p:nvSpPr>
        <p:spPr>
          <a:xfrm>
            <a:off x="4962523" y="2145668"/>
            <a:ext cx="6689892" cy="4118399"/>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9" name="Espace réservé du pied de page 8">
            <a:extLst>
              <a:ext uri="{FF2B5EF4-FFF2-40B4-BE49-F238E27FC236}">
                <a16:creationId xmlns:a16="http://schemas.microsoft.com/office/drawing/2014/main" id="{C65BFCB1-FAA8-D03A-3B62-DCB2CF1CA112}"/>
              </a:ext>
            </a:extLst>
          </p:cNvPr>
          <p:cNvSpPr>
            <a:spLocks noGrp="1"/>
          </p:cNvSpPr>
          <p:nvPr>
            <p:ph type="ftr" sz="quarter" idx="16"/>
          </p:nvPr>
        </p:nvSpPr>
        <p:spPr>
          <a:xfrm>
            <a:off x="4964103" y="6477000"/>
            <a:ext cx="4707905" cy="381000"/>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1E742B5C-5438-96A4-4A2A-AE939906F8A4}"/>
              </a:ext>
            </a:extLst>
          </p:cNvPr>
          <p:cNvSpPr>
            <a:spLocks noGrp="1"/>
          </p:cNvSpPr>
          <p:nvPr>
            <p:ph type="dt" sz="half" idx="15"/>
          </p:nvPr>
        </p:nvSpPr>
        <p:spPr>
          <a:xfrm>
            <a:off x="9672013" y="6477000"/>
            <a:ext cx="1329365" cy="381000"/>
          </a:xfrm>
          <a:prstGeom prst="rect">
            <a:avLst/>
          </a:prstGeom>
        </p:spPr>
        <p:txBody>
          <a:bodyPr rtlCol="0"/>
          <a:lstStyle>
            <a:lvl1pPr>
              <a:defRPr>
                <a:solidFill>
                  <a:schemeClr val="tx2"/>
                </a:solidFill>
              </a:defRPr>
            </a:lvl1pPr>
          </a:lstStyle>
          <a:p>
            <a:pPr rtl="0"/>
            <a:r>
              <a:rPr lang="en-US"/>
              <a:t>17/09/2025</a:t>
            </a:r>
          </a:p>
        </p:txBody>
      </p:sp>
      <p:sp>
        <p:nvSpPr>
          <p:cNvPr id="10" name="Espace réservé du numéro de diapositive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1379" y="6477000"/>
            <a:ext cx="657221" cy="381000"/>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3" name="Forme libre 2">
            <a:extLst>
              <a:ext uri="{FF2B5EF4-FFF2-40B4-BE49-F238E27FC236}">
                <a16:creationId xmlns:a16="http://schemas.microsoft.com/office/drawing/2014/main" id="{EC16BEA9-7D3A-E34B-4442-F0BFB853F3F8}"/>
              </a:ext>
            </a:extLst>
          </p:cNvPr>
          <p:cNvSpPr/>
          <p:nvPr userDrawn="1"/>
        </p:nvSpPr>
        <p:spPr>
          <a:xfrm>
            <a:off x="4408228"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 name="Rectangle 4">
            <a:extLst>
              <a:ext uri="{FF2B5EF4-FFF2-40B4-BE49-F238E27FC236}">
                <a16:creationId xmlns:a16="http://schemas.microsoft.com/office/drawing/2014/main" id="{A3462211-E1BA-E90A-00F8-E717C7293E42}"/>
              </a:ext>
            </a:extLst>
          </p:cNvPr>
          <p:cNvSpPr/>
          <p:nvPr userDrawn="1"/>
        </p:nvSpPr>
        <p:spPr>
          <a:xfrm>
            <a:off x="-2282"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2856153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u avec Image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6309821" cy="731520"/>
          </a:xfrm>
          <a:prstGeom prst="rect">
            <a:avLst/>
          </a:prstGeom>
        </p:spPr>
        <p:txBody>
          <a:bodyPr rtlCol="0" anchor="t"/>
          <a:lstStyle>
            <a:lvl1pPr>
              <a:defRPr cap="all" baseline="0"/>
            </a:lvl1pPr>
          </a:lstStyle>
          <a:p>
            <a:pPr rtl="0"/>
            <a:r>
              <a:rPr lang="fr"/>
              <a:t>Modifiez le style du titre</a:t>
            </a:r>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533400" y="2145668"/>
            <a:ext cx="6309695" cy="4058432"/>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10" name="Espace réservé du pied de page 9">
            <a:extLst>
              <a:ext uri="{FF2B5EF4-FFF2-40B4-BE49-F238E27FC236}">
                <a16:creationId xmlns:a16="http://schemas.microsoft.com/office/drawing/2014/main" id="{4515DEC4-C967-ABFB-73CF-0A90335332A4}"/>
              </a:ext>
            </a:extLst>
          </p:cNvPr>
          <p:cNvSpPr>
            <a:spLocks noGrp="1"/>
          </p:cNvSpPr>
          <p:nvPr>
            <p:ph type="ftr" sz="quarter" idx="16"/>
          </p:nvPr>
        </p:nvSpPr>
        <p:spPr>
          <a:xfrm>
            <a:off x="533400" y="6477000"/>
            <a:ext cx="4809999" cy="381000"/>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9" name="Espace réservé de la date 8">
            <a:extLst>
              <a:ext uri="{FF2B5EF4-FFF2-40B4-BE49-F238E27FC236}">
                <a16:creationId xmlns:a16="http://schemas.microsoft.com/office/drawing/2014/main" id="{81177663-FC76-DF36-EEB7-5BE4C6C82F3A}"/>
              </a:ext>
            </a:extLst>
          </p:cNvPr>
          <p:cNvSpPr>
            <a:spLocks noGrp="1"/>
          </p:cNvSpPr>
          <p:nvPr>
            <p:ph type="dt" sz="half" idx="15"/>
          </p:nvPr>
        </p:nvSpPr>
        <p:spPr>
          <a:xfrm>
            <a:off x="5343525" y="6492875"/>
            <a:ext cx="1033596" cy="381001"/>
          </a:xfrm>
          <a:prstGeom prst="rect">
            <a:avLst/>
          </a:prstGeom>
        </p:spPr>
        <p:txBody>
          <a:bodyPr rtlCol="0"/>
          <a:lstStyle>
            <a:lvl1pPr>
              <a:defRPr>
                <a:solidFill>
                  <a:schemeClr val="tx2"/>
                </a:solidFill>
              </a:defRPr>
            </a:lvl1pPr>
          </a:lstStyle>
          <a:p>
            <a:pPr rtl="0"/>
            <a:r>
              <a:rPr lang="en-US"/>
              <a:t>17/09/2025</a:t>
            </a:r>
          </a:p>
        </p:txBody>
      </p:sp>
      <p:sp>
        <p:nvSpPr>
          <p:cNvPr id="12" name="Espace réservé du numéro de diapositive 11">
            <a:extLst>
              <a:ext uri="{FF2B5EF4-FFF2-40B4-BE49-F238E27FC236}">
                <a16:creationId xmlns:a16="http://schemas.microsoft.com/office/drawing/2014/main" id="{A5A5085F-BE80-B110-AA1F-9DD0919E27D7}"/>
              </a:ext>
            </a:extLst>
          </p:cNvPr>
          <p:cNvSpPr>
            <a:spLocks noGrp="1"/>
          </p:cNvSpPr>
          <p:nvPr>
            <p:ph type="sldNum" sz="quarter" idx="17"/>
          </p:nvPr>
        </p:nvSpPr>
        <p:spPr>
          <a:xfrm>
            <a:off x="6413888" y="6476999"/>
            <a:ext cx="429207" cy="381001"/>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3" name="Espace réservé d’image 2">
            <a:extLst>
              <a:ext uri="{FF2B5EF4-FFF2-40B4-BE49-F238E27FC236}">
                <a16:creationId xmlns:a16="http://schemas.microsoft.com/office/drawing/2014/main" id="{F5064846-7F19-1A60-FFA5-393438EE39E9}"/>
              </a:ext>
            </a:extLst>
          </p:cNvPr>
          <p:cNvSpPr>
            <a:spLocks noGrp="1"/>
          </p:cNvSpPr>
          <p:nvPr>
            <p:ph type="pic" sz="quarter" idx="13" hasCustomPrompt="1"/>
          </p:nvPr>
        </p:nvSpPr>
        <p:spPr>
          <a:xfrm>
            <a:off x="7791446"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fr"/>
              <a:t> </a:t>
            </a:r>
          </a:p>
        </p:txBody>
      </p:sp>
      <p:sp>
        <p:nvSpPr>
          <p:cNvPr id="6" name="Rectangle 5">
            <a:extLst>
              <a:ext uri="{FF2B5EF4-FFF2-40B4-BE49-F238E27FC236}">
                <a16:creationId xmlns:a16="http://schemas.microsoft.com/office/drawing/2014/main" id="{B87C63CE-38F9-6D67-7C23-42944811492E}"/>
              </a:ext>
            </a:extLst>
          </p:cNvPr>
          <p:cNvSpPr/>
          <p:nvPr userDrawn="1"/>
        </p:nvSpPr>
        <p:spPr>
          <a:xfrm>
            <a:off x="7789164"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Forme libre 6">
            <a:extLst>
              <a:ext uri="{FF2B5EF4-FFF2-40B4-BE49-F238E27FC236}">
                <a16:creationId xmlns:a16="http://schemas.microsoft.com/office/drawing/2014/main" id="{E209D7E2-AB21-4057-B204-85F36DA5484C}"/>
              </a:ext>
            </a:extLst>
          </p:cNvPr>
          <p:cNvSpPr/>
          <p:nvPr userDrawn="1"/>
        </p:nvSpPr>
        <p:spPr>
          <a:xfrm>
            <a:off x="645959"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41603422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u avec Imag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4632163" y="1016955"/>
            <a:ext cx="7026437" cy="731520"/>
          </a:xfrm>
          <a:prstGeom prst="rect">
            <a:avLst/>
          </a:prstGeom>
        </p:spPr>
        <p:txBody>
          <a:bodyPr rtlCol="0" anchor="t"/>
          <a:lstStyle>
            <a:lvl1pPr>
              <a:defRPr cap="all" baseline="0"/>
            </a:lvl1pPr>
          </a:lstStyle>
          <a:p>
            <a:pPr rtl="0"/>
            <a:r>
              <a:rPr lang="fr"/>
              <a:t>Modifiez le style du titre</a:t>
            </a:r>
          </a:p>
        </p:txBody>
      </p:sp>
      <p:sp>
        <p:nvSpPr>
          <p:cNvPr id="38" name="Espace réservé d’image 37">
            <a:extLst>
              <a:ext uri="{FF2B5EF4-FFF2-40B4-BE49-F238E27FC236}">
                <a16:creationId xmlns:a16="http://schemas.microsoft.com/office/drawing/2014/main" id="{87476243-EB8F-9EFF-F789-0088ABBB0FBF}"/>
              </a:ext>
            </a:extLst>
          </p:cNvPr>
          <p:cNvSpPr>
            <a:spLocks noGrp="1"/>
          </p:cNvSpPr>
          <p:nvPr>
            <p:ph type="pic" sz="quarter" idx="13" hasCustomPrompt="1"/>
          </p:nvPr>
        </p:nvSpPr>
        <p:spPr>
          <a:xfrm>
            <a:off x="0"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818B74D6-CD72-B859-C229-60DB988B25E3}"/>
              </a:ext>
            </a:extLst>
          </p:cNvPr>
          <p:cNvSpPr>
            <a:spLocks noGrp="1"/>
          </p:cNvSpPr>
          <p:nvPr>
            <p:ph sz="quarter" idx="14"/>
          </p:nvPr>
        </p:nvSpPr>
        <p:spPr>
          <a:xfrm>
            <a:off x="4632168" y="2145668"/>
            <a:ext cx="7026432" cy="4077331"/>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4" name="Espace réservé du pied de page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7" y="6477000"/>
            <a:ext cx="5426231" cy="381000"/>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3" name="Espace réservé de la date 2">
            <a:extLst>
              <a:ext uri="{FF2B5EF4-FFF2-40B4-BE49-F238E27FC236}">
                <a16:creationId xmlns:a16="http://schemas.microsoft.com/office/drawing/2014/main" id="{F0BFB53A-8FDF-F131-DCF2-D7BECE95381F}"/>
              </a:ext>
            </a:extLst>
          </p:cNvPr>
          <p:cNvSpPr>
            <a:spLocks noGrp="1"/>
          </p:cNvSpPr>
          <p:nvPr>
            <p:ph type="dt" sz="half" idx="15"/>
          </p:nvPr>
        </p:nvSpPr>
        <p:spPr>
          <a:xfrm>
            <a:off x="10058404" y="6477000"/>
            <a:ext cx="942970" cy="381000"/>
          </a:xfrm>
          <a:prstGeom prst="rect">
            <a:avLst/>
          </a:prstGeom>
        </p:spPr>
        <p:txBody>
          <a:bodyPr rtlCol="0"/>
          <a:lstStyle>
            <a:lvl1pPr>
              <a:defRPr>
                <a:solidFill>
                  <a:schemeClr val="tx2"/>
                </a:solidFill>
              </a:defRPr>
            </a:lvl1pPr>
          </a:lstStyle>
          <a:p>
            <a:pPr rtl="0"/>
            <a:r>
              <a:rPr lang="en-US"/>
              <a:t>17/09/2025</a:t>
            </a:r>
          </a:p>
        </p:txBody>
      </p:sp>
      <p:sp>
        <p:nvSpPr>
          <p:cNvPr id="9" name="Espace réservé du numéro de diapositive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1374" y="6477000"/>
            <a:ext cx="657226" cy="381000"/>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5" name="Forme libre 4">
            <a:extLst>
              <a:ext uri="{FF2B5EF4-FFF2-40B4-BE49-F238E27FC236}">
                <a16:creationId xmlns:a16="http://schemas.microsoft.com/office/drawing/2014/main" id="{ECF4FA5C-D406-8202-9143-DAEA62C5C872}"/>
              </a:ext>
            </a:extLst>
          </p:cNvPr>
          <p:cNvSpPr/>
          <p:nvPr userDrawn="1"/>
        </p:nvSpPr>
        <p:spPr>
          <a:xfrm>
            <a:off x="0"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6" name="Forme libre 5">
            <a:extLst>
              <a:ext uri="{FF2B5EF4-FFF2-40B4-BE49-F238E27FC236}">
                <a16:creationId xmlns:a16="http://schemas.microsoft.com/office/drawing/2014/main" id="{082645EB-0315-BBF0-B28C-6A31158DE8D1}"/>
              </a:ext>
            </a:extLst>
          </p:cNvPr>
          <p:cNvSpPr/>
          <p:nvPr userDrawn="1"/>
        </p:nvSpPr>
        <p:spPr>
          <a:xfrm>
            <a:off x="3997235"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6711135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u avec Imag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6858000" cy="731519"/>
          </a:xfrm>
          <a:prstGeom prst="rect">
            <a:avLst/>
          </a:prstGeom>
        </p:spPr>
        <p:txBody>
          <a:bodyPr rtlCol="0" anchor="t"/>
          <a:lstStyle>
            <a:lvl1pPr>
              <a:defRPr cap="all" baseline="0"/>
            </a:lvl1pPr>
          </a:lstStyle>
          <a:p>
            <a:pPr rtl="0"/>
            <a:r>
              <a:rPr lang="fr"/>
              <a:t>Modifiez le style du titre</a:t>
            </a:r>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533401" y="2145668"/>
            <a:ext cx="6858000" cy="4093526"/>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9" name="Espace réservé du pied de page 8">
            <a:extLst>
              <a:ext uri="{FF2B5EF4-FFF2-40B4-BE49-F238E27FC236}">
                <a16:creationId xmlns:a16="http://schemas.microsoft.com/office/drawing/2014/main" id="{820916D3-99FA-E971-607F-14E290E58854}"/>
              </a:ext>
            </a:extLst>
          </p:cNvPr>
          <p:cNvSpPr>
            <a:spLocks noGrp="1"/>
          </p:cNvSpPr>
          <p:nvPr>
            <p:ph type="ftr" sz="quarter" idx="16"/>
          </p:nvPr>
        </p:nvSpPr>
        <p:spPr>
          <a:xfrm>
            <a:off x="533401" y="6464300"/>
            <a:ext cx="5366715" cy="399514"/>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9F3CAD5B-18BB-E21E-3A4C-7BAACB8519A4}"/>
              </a:ext>
            </a:extLst>
          </p:cNvPr>
          <p:cNvSpPr>
            <a:spLocks noGrp="1"/>
          </p:cNvSpPr>
          <p:nvPr>
            <p:ph type="dt" sz="half" idx="15"/>
          </p:nvPr>
        </p:nvSpPr>
        <p:spPr>
          <a:xfrm>
            <a:off x="5900115" y="6464300"/>
            <a:ext cx="929303" cy="399514"/>
          </a:xfrm>
          <a:prstGeom prst="rect">
            <a:avLst/>
          </a:prstGeom>
        </p:spPr>
        <p:txBody>
          <a:bodyPr rtlCol="0"/>
          <a:lstStyle>
            <a:lvl1pPr>
              <a:defRPr>
                <a:solidFill>
                  <a:schemeClr val="tx2"/>
                </a:solidFill>
              </a:defRPr>
            </a:lvl1pPr>
          </a:lstStyle>
          <a:p>
            <a:pPr rtl="0"/>
            <a:r>
              <a:rPr lang="en-US"/>
              <a:t>17/09/2025</a:t>
            </a:r>
          </a:p>
        </p:txBody>
      </p:sp>
      <p:sp>
        <p:nvSpPr>
          <p:cNvPr id="10" name="Espace réservé du numéro de diapositive 9">
            <a:extLst>
              <a:ext uri="{FF2B5EF4-FFF2-40B4-BE49-F238E27FC236}">
                <a16:creationId xmlns:a16="http://schemas.microsoft.com/office/drawing/2014/main" id="{BBDEAB8E-8806-A459-E320-4CA2B455BFD7}"/>
              </a:ext>
            </a:extLst>
          </p:cNvPr>
          <p:cNvSpPr>
            <a:spLocks noGrp="1"/>
          </p:cNvSpPr>
          <p:nvPr>
            <p:ph type="sldNum" sz="quarter" idx="17"/>
          </p:nvPr>
        </p:nvSpPr>
        <p:spPr>
          <a:xfrm>
            <a:off x="6829424" y="6464300"/>
            <a:ext cx="561977" cy="399514"/>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6" name="Espace réservé d’image 5">
            <a:extLst>
              <a:ext uri="{FF2B5EF4-FFF2-40B4-BE49-F238E27FC236}">
                <a16:creationId xmlns:a16="http://schemas.microsoft.com/office/drawing/2014/main" id="{070CE66A-15FE-D8FB-D711-D3BB0755F0D1}"/>
              </a:ext>
            </a:extLst>
          </p:cNvPr>
          <p:cNvSpPr>
            <a:spLocks noGrp="1"/>
          </p:cNvSpPr>
          <p:nvPr>
            <p:ph type="pic" sz="quarter" idx="18" hasCustomPrompt="1"/>
          </p:nvPr>
        </p:nvSpPr>
        <p:spPr>
          <a:xfrm>
            <a:off x="8193866"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fr"/>
              <a:t> </a:t>
            </a:r>
          </a:p>
        </p:txBody>
      </p:sp>
      <p:sp>
        <p:nvSpPr>
          <p:cNvPr id="3" name="Forme libre 2">
            <a:extLst>
              <a:ext uri="{FF2B5EF4-FFF2-40B4-BE49-F238E27FC236}">
                <a16:creationId xmlns:a16="http://schemas.microsoft.com/office/drawing/2014/main" id="{E19B021D-A5A3-D515-C491-988160E0708C}"/>
              </a:ext>
            </a:extLst>
          </p:cNvPr>
          <p:cNvSpPr/>
          <p:nvPr userDrawn="1"/>
        </p:nvSpPr>
        <p:spPr>
          <a:xfrm>
            <a:off x="8172447"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 name="Forme libre 4">
            <a:extLst>
              <a:ext uri="{FF2B5EF4-FFF2-40B4-BE49-F238E27FC236}">
                <a16:creationId xmlns:a16="http://schemas.microsoft.com/office/drawing/2014/main" id="{F6879252-7B61-583A-CF4D-92BF27416ADC}"/>
              </a:ext>
            </a:extLst>
          </p:cNvPr>
          <p:cNvSpPr/>
          <p:nvPr userDrawn="1"/>
        </p:nvSpPr>
        <p:spPr>
          <a:xfrm>
            <a:off x="633137"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8210269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u avec image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7229478" y="1016955"/>
            <a:ext cx="4429122" cy="1328932"/>
          </a:xfrm>
          <a:prstGeom prst="rect">
            <a:avLst/>
          </a:prstGeom>
        </p:spPr>
        <p:txBody>
          <a:bodyPr rtlCol="0" anchor="b">
            <a:normAutofit/>
          </a:bodyPr>
          <a:lstStyle>
            <a:lvl1pPr>
              <a:defRPr sz="3600" cap="all" baseline="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6383"/>
            <a:ext cx="6492240" cy="6858000"/>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7FF0220E-48F8-B4D9-19DE-7B457C3C221C}"/>
              </a:ext>
            </a:extLst>
          </p:cNvPr>
          <p:cNvSpPr>
            <a:spLocks noGrp="1"/>
          </p:cNvSpPr>
          <p:nvPr>
            <p:ph sz="quarter" idx="14"/>
          </p:nvPr>
        </p:nvSpPr>
        <p:spPr>
          <a:xfrm>
            <a:off x="7229478" y="2495233"/>
            <a:ext cx="4429121" cy="3727767"/>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7229479" y="6477000"/>
            <a:ext cx="2828920" cy="381000"/>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4" y="6477000"/>
            <a:ext cx="942976" cy="381000"/>
          </a:xfrm>
          <a:prstGeom prst="rect">
            <a:avLst/>
          </a:prstGeom>
        </p:spPr>
        <p:txBody>
          <a:bodyPr rtlCol="0"/>
          <a:lstStyle>
            <a:lvl1pPr>
              <a:defRPr>
                <a:solidFill>
                  <a:schemeClr val="tx2"/>
                </a:solidFill>
                <a:effectLst/>
              </a:defRPr>
            </a:lvl1pPr>
          </a:lstStyle>
          <a:p>
            <a:pPr rtl="0"/>
            <a:r>
              <a:rPr lang="en-US"/>
              <a:t>17/09/2025</a:t>
            </a:r>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9" y="6477000"/>
            <a:ext cx="657221" cy="381000"/>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63" name="Forme libre 62">
            <a:extLst>
              <a:ext uri="{FF2B5EF4-FFF2-40B4-BE49-F238E27FC236}">
                <a16:creationId xmlns:a16="http://schemas.microsoft.com/office/drawing/2014/main" id="{7A28C34C-6E29-8131-3040-4DAF8132CA12}"/>
              </a:ext>
            </a:extLst>
          </p:cNvPr>
          <p:cNvSpPr/>
          <p:nvPr/>
        </p:nvSpPr>
        <p:spPr>
          <a:xfrm>
            <a:off x="6487084"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052798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u avec Image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4573438" cy="1328932"/>
          </a:xfrm>
          <a:prstGeom prst="rect">
            <a:avLst/>
          </a:prstGeom>
        </p:spPr>
        <p:txBody>
          <a:bodyPr rtlCol="0" anchor="t">
            <a:noAutofit/>
          </a:bodyPr>
          <a:lstStyle>
            <a:lvl1pPr>
              <a:defRPr sz="3600" cap="all" baseline="0">
                <a:solidFill>
                  <a:schemeClr val="tx2"/>
                </a:solidFill>
              </a:defRPr>
            </a:lvl1pPr>
          </a:lstStyle>
          <a:p>
            <a:pPr rtl="0"/>
            <a:r>
              <a:rPr lang="fr"/>
              <a:t>Modifiez le style du titre</a:t>
            </a:r>
          </a:p>
        </p:txBody>
      </p:sp>
      <p:sp>
        <p:nvSpPr>
          <p:cNvPr id="8" name="Espace réservé du contenu 7">
            <a:extLst>
              <a:ext uri="{FF2B5EF4-FFF2-40B4-BE49-F238E27FC236}">
                <a16:creationId xmlns:a16="http://schemas.microsoft.com/office/drawing/2014/main" id="{747AED59-1A26-9C13-8482-7857E7DEFE52}"/>
              </a:ext>
            </a:extLst>
          </p:cNvPr>
          <p:cNvSpPr>
            <a:spLocks noGrp="1"/>
          </p:cNvSpPr>
          <p:nvPr>
            <p:ph sz="quarter" idx="14"/>
          </p:nvPr>
        </p:nvSpPr>
        <p:spPr>
          <a:xfrm>
            <a:off x="533401" y="2495232"/>
            <a:ext cx="4573438" cy="3727767"/>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2921550" cy="381000"/>
          </a:xfrm>
          <a:prstGeom prst="rect">
            <a:avLst/>
          </a:prstGeom>
        </p:spPr>
        <p:txBody>
          <a:bodyPr rtlCol="0"/>
          <a:lstStyle>
            <a:lvl1pPr>
              <a:defRPr>
                <a:solidFill>
                  <a:schemeClr val="tx2"/>
                </a:solidFill>
                <a:effectLst/>
              </a:defRPr>
            </a:lvl1pPr>
          </a:lstStyle>
          <a:p>
            <a:pPr rtl="0"/>
            <a:r>
              <a:rPr lang="fr"/>
              <a:t>Titre de la présentation</a:t>
            </a:r>
            <a:endParaRPr lang="en-US"/>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3454946" y="6477000"/>
            <a:ext cx="1100995" cy="381000"/>
          </a:xfrm>
          <a:prstGeom prst="rect">
            <a:avLst/>
          </a:prstGeom>
        </p:spPr>
        <p:txBody>
          <a:bodyPr rtlCol="0"/>
          <a:lstStyle>
            <a:lvl1pPr>
              <a:defRPr>
                <a:solidFill>
                  <a:schemeClr val="tx2"/>
                </a:solidFill>
              </a:defRPr>
            </a:lvl1pPr>
          </a:lstStyle>
          <a:p>
            <a:pPr rtl="0"/>
            <a:r>
              <a:rPr lang="en-US"/>
              <a:t>17/09/2025</a:t>
            </a:r>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4553312" y="6477000"/>
            <a:ext cx="552253" cy="381000"/>
          </a:xfrm>
          <a:prstGeom prst="rect">
            <a:avLst/>
          </a:prstGeom>
        </p:spPr>
        <p:txBody>
          <a:bodyPr rtlCol="0"/>
          <a:lstStyle>
            <a:lvl1pPr>
              <a:defRPr>
                <a:solidFill>
                  <a:schemeClr val="tx2"/>
                </a:solidFill>
                <a:effectLst/>
              </a:defRPr>
            </a:lvl1pPr>
          </a:lstStyle>
          <a:p>
            <a:pPr rtl="0"/>
            <a:fld id="{AEAA3239-9EA4-4A65-A281-97F994456D9F}" type="slidenum">
              <a:rPr lang="en-US" smtClean="0"/>
              <a:pPr rtl="0"/>
              <a:t>‹#›</a:t>
            </a:fld>
            <a:endParaRPr lang="en-US"/>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fr"/>
              <a:t> </a:t>
            </a:r>
          </a:p>
        </p:txBody>
      </p:sp>
      <p:sp>
        <p:nvSpPr>
          <p:cNvPr id="3" name="Forme libre 2">
            <a:extLst>
              <a:ext uri="{FF2B5EF4-FFF2-40B4-BE49-F238E27FC236}">
                <a16:creationId xmlns:a16="http://schemas.microsoft.com/office/drawing/2014/main" id="{103B3571-8BEB-7B5F-5141-60BE7E4F2B98}"/>
              </a:ext>
            </a:extLst>
          </p:cNvPr>
          <p:cNvSpPr/>
          <p:nvPr userDrawn="1"/>
        </p:nvSpPr>
        <p:spPr>
          <a:xfrm>
            <a:off x="631405"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9569626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u avec image 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8212662" y="1016955"/>
            <a:ext cx="3445937" cy="1328932"/>
          </a:xfrm>
          <a:prstGeom prst="rect">
            <a:avLst/>
          </a:prstGeom>
        </p:spPr>
        <p:txBody>
          <a:bodyPr rtlCol="0" anchor="t">
            <a:normAutofit/>
          </a:bodyPr>
          <a:lstStyle>
            <a:lvl1pPr>
              <a:defRPr sz="3600" cap="all" baseline="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fr"/>
              <a:t> </a:t>
            </a:r>
          </a:p>
        </p:txBody>
      </p:sp>
      <p:sp>
        <p:nvSpPr>
          <p:cNvPr id="5" name="Espace réservé du contenu 7">
            <a:extLst>
              <a:ext uri="{FF2B5EF4-FFF2-40B4-BE49-F238E27FC236}">
                <a16:creationId xmlns:a16="http://schemas.microsoft.com/office/drawing/2014/main" id="{8851C855-D5E5-B064-989B-863B11B75D0B}"/>
              </a:ext>
            </a:extLst>
          </p:cNvPr>
          <p:cNvSpPr>
            <a:spLocks noGrp="1"/>
          </p:cNvSpPr>
          <p:nvPr>
            <p:ph sz="quarter" idx="18"/>
          </p:nvPr>
        </p:nvSpPr>
        <p:spPr>
          <a:xfrm>
            <a:off x="8212663" y="2495232"/>
            <a:ext cx="3445936" cy="3727767"/>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9" name="Espace réservé du pied de page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477000"/>
            <a:ext cx="2012061" cy="381000"/>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477000"/>
            <a:ext cx="922372" cy="381000"/>
          </a:xfrm>
          <a:prstGeom prst="rect">
            <a:avLst/>
          </a:prstGeom>
        </p:spPr>
        <p:txBody>
          <a:bodyPr rtlCol="0"/>
          <a:lstStyle>
            <a:lvl1pPr>
              <a:defRPr>
                <a:solidFill>
                  <a:schemeClr val="tx2"/>
                </a:solidFill>
              </a:defRPr>
            </a:lvl1pPr>
          </a:lstStyle>
          <a:p>
            <a:pPr rtl="0"/>
            <a:r>
              <a:rPr lang="en-US"/>
              <a:t>17/09/2025</a:t>
            </a:r>
          </a:p>
        </p:txBody>
      </p:sp>
      <p:sp>
        <p:nvSpPr>
          <p:cNvPr id="10" name="Espace réservé du numéro de diapositive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477000"/>
            <a:ext cx="511504" cy="381000"/>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6" name="Forme libre 5">
            <a:extLst>
              <a:ext uri="{FF2B5EF4-FFF2-40B4-BE49-F238E27FC236}">
                <a16:creationId xmlns:a16="http://schemas.microsoft.com/office/drawing/2014/main" id="{7B50E9EA-081E-416A-00DA-0B2838C4BC29}"/>
              </a:ext>
            </a:extLst>
          </p:cNvPr>
          <p:cNvSpPr/>
          <p:nvPr/>
        </p:nvSpPr>
        <p:spPr>
          <a:xfrm>
            <a:off x="7584144" y="570989"/>
            <a:ext cx="4074456" cy="64011"/>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6053003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u avec Image 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3275" y="1016955"/>
            <a:ext cx="3445936" cy="1328932"/>
          </a:xfrm>
          <a:prstGeom prst="rect">
            <a:avLst/>
          </a:prstGeom>
        </p:spPr>
        <p:txBody>
          <a:bodyPr rtlCol="0" anchor="t">
            <a:normAutofit/>
          </a:bodyPr>
          <a:lstStyle>
            <a:lvl1pPr>
              <a:defRPr sz="3600" cap="all" baseline="0">
                <a:solidFill>
                  <a:schemeClr val="tx2"/>
                </a:solidFill>
              </a:defRPr>
            </a:lvl1pPr>
          </a:lstStyle>
          <a:p>
            <a:pPr rtl="0"/>
            <a:r>
              <a:rPr lang="fr"/>
              <a:t>Modifiez le style du titre</a:t>
            </a:r>
          </a:p>
        </p:txBody>
      </p:sp>
      <p:sp>
        <p:nvSpPr>
          <p:cNvPr id="6" name="Espace réservé du contenu 7">
            <a:extLst>
              <a:ext uri="{FF2B5EF4-FFF2-40B4-BE49-F238E27FC236}">
                <a16:creationId xmlns:a16="http://schemas.microsoft.com/office/drawing/2014/main" id="{7056A831-274A-4E01-51DC-29FC50834A4F}"/>
              </a:ext>
            </a:extLst>
          </p:cNvPr>
          <p:cNvSpPr>
            <a:spLocks noGrp="1"/>
          </p:cNvSpPr>
          <p:nvPr>
            <p:ph sz="quarter" idx="18"/>
          </p:nvPr>
        </p:nvSpPr>
        <p:spPr>
          <a:xfrm>
            <a:off x="533400" y="2495232"/>
            <a:ext cx="3445936" cy="3727767"/>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9" name="Espace réservé du pied de page 8">
            <a:extLst>
              <a:ext uri="{FF2B5EF4-FFF2-40B4-BE49-F238E27FC236}">
                <a16:creationId xmlns:a16="http://schemas.microsoft.com/office/drawing/2014/main" id="{B09198F5-FF38-389C-E060-120AC6301809}"/>
              </a:ext>
            </a:extLst>
          </p:cNvPr>
          <p:cNvSpPr>
            <a:spLocks noGrp="1"/>
          </p:cNvSpPr>
          <p:nvPr>
            <p:ph type="ftr" sz="quarter" idx="16"/>
          </p:nvPr>
        </p:nvSpPr>
        <p:spPr>
          <a:xfrm>
            <a:off x="533400" y="6477000"/>
            <a:ext cx="2076777" cy="381000"/>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15305F20-8340-4F06-2EA5-4D05FFED4587}"/>
              </a:ext>
            </a:extLst>
          </p:cNvPr>
          <p:cNvSpPr>
            <a:spLocks noGrp="1"/>
          </p:cNvSpPr>
          <p:nvPr>
            <p:ph type="dt" sz="half" idx="15"/>
          </p:nvPr>
        </p:nvSpPr>
        <p:spPr>
          <a:xfrm>
            <a:off x="2610177" y="6477000"/>
            <a:ext cx="949766" cy="381000"/>
          </a:xfrm>
          <a:prstGeom prst="rect">
            <a:avLst/>
          </a:prstGeom>
        </p:spPr>
        <p:txBody>
          <a:bodyPr rtlCol="0"/>
          <a:lstStyle>
            <a:lvl1pPr>
              <a:defRPr>
                <a:solidFill>
                  <a:schemeClr val="tx2"/>
                </a:solidFill>
              </a:defRPr>
            </a:lvl1pPr>
          </a:lstStyle>
          <a:p>
            <a:pPr rtl="0"/>
            <a:r>
              <a:rPr lang="en-US"/>
              <a:t>17/09/2025</a:t>
            </a:r>
          </a:p>
        </p:txBody>
      </p:sp>
      <p:sp>
        <p:nvSpPr>
          <p:cNvPr id="10" name="Espace réservé du numéro de diapositive 9">
            <a:extLst>
              <a:ext uri="{FF2B5EF4-FFF2-40B4-BE49-F238E27FC236}">
                <a16:creationId xmlns:a16="http://schemas.microsoft.com/office/drawing/2014/main" id="{4963CA08-6B63-DC1E-8CB3-C323C9040122}"/>
              </a:ext>
            </a:extLst>
          </p:cNvPr>
          <p:cNvSpPr>
            <a:spLocks noGrp="1"/>
          </p:cNvSpPr>
          <p:nvPr>
            <p:ph type="sldNum" sz="quarter" idx="17"/>
          </p:nvPr>
        </p:nvSpPr>
        <p:spPr>
          <a:xfrm>
            <a:off x="3559943" y="6477000"/>
            <a:ext cx="429207" cy="381000"/>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7" name="Espace réservé d’image 10">
            <a:extLst>
              <a:ext uri="{FF2B5EF4-FFF2-40B4-BE49-F238E27FC236}">
                <a16:creationId xmlns:a16="http://schemas.microsoft.com/office/drawing/2014/main" id="{0BBEF0D8-DF37-CB82-D6FC-4B18E864B26C}"/>
              </a:ext>
            </a:extLst>
          </p:cNvPr>
          <p:cNvSpPr>
            <a:spLocks noGrp="1"/>
          </p:cNvSpPr>
          <p:nvPr>
            <p:ph type="pic" sz="quarter" idx="13" hasCustomPrompt="1"/>
          </p:nvPr>
        </p:nvSpPr>
        <p:spPr>
          <a:xfrm>
            <a:off x="4602979" y="0"/>
            <a:ext cx="7584144" cy="6858000"/>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fr"/>
              <a:t> </a:t>
            </a:r>
          </a:p>
        </p:txBody>
      </p:sp>
      <p:sp>
        <p:nvSpPr>
          <p:cNvPr id="3" name="Forme libre 2">
            <a:extLst>
              <a:ext uri="{FF2B5EF4-FFF2-40B4-BE49-F238E27FC236}">
                <a16:creationId xmlns:a16="http://schemas.microsoft.com/office/drawing/2014/main" id="{8DC2254B-5D42-9D5B-16C8-9FAF562F458A}"/>
              </a:ext>
            </a:extLst>
          </p:cNvPr>
          <p:cNvSpPr/>
          <p:nvPr userDrawn="1"/>
        </p:nvSpPr>
        <p:spPr>
          <a:xfrm>
            <a:off x="615697" y="570989"/>
            <a:ext cx="3987282" cy="64012"/>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1699325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u avec image 9">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8888060" y="1016955"/>
            <a:ext cx="2770539" cy="1875475"/>
          </a:xfrm>
          <a:prstGeom prst="rect">
            <a:avLst/>
          </a:prstGeom>
        </p:spPr>
        <p:txBody>
          <a:bodyPr rtlCol="0" anchor="t"/>
          <a:lstStyle>
            <a:lvl1pPr>
              <a:defRPr cap="all" baseline="0">
                <a:solidFill>
                  <a:schemeClr val="tx2"/>
                </a:solidFill>
              </a:defRPr>
            </a:lvl1pPr>
          </a:lstStyle>
          <a:p>
            <a:pPr rtl="0"/>
            <a:r>
              <a:rPr lang="fr"/>
              <a:t>Modifiez le style du titre</a:t>
            </a:r>
          </a:p>
        </p:txBody>
      </p:sp>
      <p:sp>
        <p:nvSpPr>
          <p:cNvPr id="10" name="Espace réservé d’image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769544" cy="28449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477000"/>
            <a:ext cx="1404460" cy="381000"/>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477000"/>
            <a:ext cx="708857" cy="381000"/>
          </a:xfrm>
          <a:prstGeom prst="rect">
            <a:avLst/>
          </a:prstGeom>
        </p:spPr>
        <p:txBody>
          <a:bodyPr rtlCol="0"/>
          <a:lstStyle>
            <a:lvl1pPr>
              <a:defRPr>
                <a:solidFill>
                  <a:schemeClr val="tx2"/>
                </a:solidFill>
                <a:effectLst/>
              </a:defRPr>
            </a:lvl1pPr>
          </a:lstStyle>
          <a:p>
            <a:pPr rtl="0"/>
            <a:r>
              <a:rPr lang="en-US"/>
              <a:t>17/09/2025</a:t>
            </a:r>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6477000"/>
            <a:ext cx="657220" cy="381000"/>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3" name="Forme libre 2">
            <a:extLst>
              <a:ext uri="{FF2B5EF4-FFF2-40B4-BE49-F238E27FC236}">
                <a16:creationId xmlns:a16="http://schemas.microsoft.com/office/drawing/2014/main" id="{3AEE3D4D-61F7-E7A0-0EB4-DE705A2CAF60}"/>
              </a:ext>
            </a:extLst>
          </p:cNvPr>
          <p:cNvSpPr/>
          <p:nvPr userDrawn="1"/>
        </p:nvSpPr>
        <p:spPr>
          <a:xfrm>
            <a:off x="8326322" y="570989"/>
            <a:ext cx="3332277"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17295375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u avec image 10">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2781551" cy="1858941"/>
          </a:xfrm>
          <a:prstGeom prst="rect">
            <a:avLst/>
          </a:prstGeom>
        </p:spPr>
        <p:txBody>
          <a:bodyPr rtlCol="0" anchor="t"/>
          <a:lstStyle>
            <a:lvl1pPr>
              <a:defRPr cap="all" baseline="0">
                <a:solidFill>
                  <a:schemeClr val="tx2"/>
                </a:solidFill>
              </a:defRPr>
            </a:lvl1pPr>
          </a:lstStyle>
          <a:p>
            <a:pPr rtl="0"/>
            <a:r>
              <a:rPr lang="fr"/>
              <a:t>Modifiez le style du titre</a:t>
            </a:r>
          </a:p>
        </p:txBody>
      </p:sp>
      <p:sp>
        <p:nvSpPr>
          <p:cNvPr id="8" name="Espace réservé du contenu 7">
            <a:extLst>
              <a:ext uri="{FF2B5EF4-FFF2-40B4-BE49-F238E27FC236}">
                <a16:creationId xmlns:a16="http://schemas.microsoft.com/office/drawing/2014/main" id="{6E0D00CE-C191-6DE5-9D82-7EFB59BC3739}"/>
              </a:ext>
            </a:extLst>
          </p:cNvPr>
          <p:cNvSpPr>
            <a:spLocks noGrp="1"/>
          </p:cNvSpPr>
          <p:nvPr>
            <p:ph sz="quarter" idx="14"/>
          </p:nvPr>
        </p:nvSpPr>
        <p:spPr>
          <a:xfrm>
            <a:off x="534574" y="3011335"/>
            <a:ext cx="2775463" cy="26562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1486757" cy="381000"/>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2020157" y="6477000"/>
            <a:ext cx="793862" cy="381000"/>
          </a:xfrm>
          <a:prstGeom prst="rect">
            <a:avLst/>
          </a:prstGeom>
        </p:spPr>
        <p:txBody>
          <a:bodyPr rtlCol="0"/>
          <a:lstStyle>
            <a:lvl1pPr>
              <a:defRPr>
                <a:solidFill>
                  <a:schemeClr val="tx2"/>
                </a:solidFill>
                <a:effectLst/>
              </a:defRPr>
            </a:lvl1pPr>
          </a:lstStyle>
          <a:p>
            <a:pPr rtl="0"/>
            <a:r>
              <a:rPr lang="en-US"/>
              <a:t>17/09/2025</a:t>
            </a:r>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2819401" y="6477000"/>
            <a:ext cx="490636" cy="381000"/>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36" name="Espace réservé d’image 9">
            <a:extLst>
              <a:ext uri="{FF2B5EF4-FFF2-40B4-BE49-F238E27FC236}">
                <a16:creationId xmlns:a16="http://schemas.microsoft.com/office/drawing/2014/main" id="{ED5D7D43-775B-F6E3-C000-80A73E78190A}"/>
              </a:ext>
            </a:extLst>
          </p:cNvPr>
          <p:cNvSpPr>
            <a:spLocks noGrp="1"/>
          </p:cNvSpPr>
          <p:nvPr>
            <p:ph type="pic" sz="quarter" idx="13" hasCustomPrompt="1"/>
          </p:nvPr>
        </p:nvSpPr>
        <p:spPr>
          <a:xfrm>
            <a:off x="3860295"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fr"/>
              <a:t> </a:t>
            </a:r>
          </a:p>
        </p:txBody>
      </p:sp>
      <p:sp>
        <p:nvSpPr>
          <p:cNvPr id="37" name="Forme libre 36">
            <a:extLst>
              <a:ext uri="{FF2B5EF4-FFF2-40B4-BE49-F238E27FC236}">
                <a16:creationId xmlns:a16="http://schemas.microsoft.com/office/drawing/2014/main" id="{95BE6104-7C9B-2481-1421-76CDDAC8D30F}"/>
              </a:ext>
            </a:extLst>
          </p:cNvPr>
          <p:cNvSpPr/>
          <p:nvPr/>
        </p:nvSpPr>
        <p:spPr>
          <a:xfrm>
            <a:off x="615697" y="570345"/>
            <a:ext cx="3239216"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4156390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u avec image 1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3400" y="4742811"/>
            <a:ext cx="3867144" cy="1734189"/>
          </a:xfrm>
          <a:prstGeom prst="rect">
            <a:avLst/>
          </a:prstGeom>
        </p:spPr>
        <p:txBody>
          <a:bodyPr rtlCol="0" anchor="t">
            <a:noAutofit/>
          </a:bodyPr>
          <a:lstStyle>
            <a:lvl1pPr>
              <a:defRPr sz="3600" cap="all" baseline="0">
                <a:solidFill>
                  <a:schemeClr val="tx2"/>
                </a:solidFill>
              </a:defRPr>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361811"/>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4962527" y="4727571"/>
            <a:ext cx="6696073" cy="1749428"/>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rtlCol="0"/>
          <a:lstStyle>
            <a:lvl1pPr>
              <a:defRPr>
                <a:solidFill>
                  <a:schemeClr val="tx2"/>
                </a:solidFill>
              </a:defRPr>
            </a:lvl1pPr>
          </a:lstStyle>
          <a:p>
            <a:pPr rtl="0"/>
            <a:r>
              <a:rPr lang="en-US"/>
              <a:t>17/09/2025</a:t>
            </a:r>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5607820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u avec image 1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3400" y="3623948"/>
            <a:ext cx="3486152" cy="2599051"/>
          </a:xfrm>
          <a:prstGeom prst="rect">
            <a:avLst/>
          </a:prstGeom>
        </p:spPr>
        <p:txBody>
          <a:bodyPr rtlCol="0" anchor="t">
            <a:normAutofit/>
          </a:bodyPr>
          <a:lstStyle>
            <a:lvl1pPr>
              <a:defRPr sz="3600" cap="all" baseline="0">
                <a:solidFill>
                  <a:schemeClr val="tx2"/>
                </a:solidFill>
              </a:defRPr>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242949"/>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4405936" y="3623949"/>
            <a:ext cx="7252664" cy="25990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rtlCol="0"/>
          <a:lstStyle>
            <a:lvl1pPr>
              <a:defRPr>
                <a:solidFill>
                  <a:schemeClr val="tx2"/>
                </a:solidFill>
              </a:defRPr>
            </a:lvl1pPr>
          </a:lstStyle>
          <a:p>
            <a:pPr rtl="0"/>
            <a:r>
              <a:rPr lang="en-US"/>
              <a:t>17/09/2025</a:t>
            </a:r>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2949594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u avec image 1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2924179" cy="1773540"/>
          </a:xfrm>
          <a:prstGeom prst="rect">
            <a:avLst/>
          </a:prstGeom>
        </p:spPr>
        <p:txBody>
          <a:bodyPr rtlCol="0" anchor="t">
            <a:normAutofit/>
          </a:bodyPr>
          <a:lstStyle>
            <a:lvl1pPr>
              <a:defRPr sz="3600" cap="all" baseline="0">
                <a:solidFill>
                  <a:schemeClr val="tx2"/>
                </a:solidFill>
              </a:defRPr>
            </a:lvl1pPr>
          </a:lstStyle>
          <a:p>
            <a:pPr rtl="0"/>
            <a:r>
              <a:rPr lang="fr"/>
              <a:t>Modifiez le style du titre</a:t>
            </a:r>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0"/>
            <a:ext cx="9138609" cy="409729"/>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9672014" y="0"/>
            <a:ext cx="1329365" cy="409729"/>
          </a:xfrm>
          <a:prstGeom prst="rect">
            <a:avLst/>
          </a:prstGeom>
        </p:spPr>
        <p:txBody>
          <a:bodyPr rtlCol="0"/>
          <a:lstStyle>
            <a:lvl1pPr>
              <a:defRPr>
                <a:solidFill>
                  <a:schemeClr val="tx2"/>
                </a:solidFill>
              </a:defRPr>
            </a:lvl1pPr>
          </a:lstStyle>
          <a:p>
            <a:pPr rtl="0"/>
            <a:r>
              <a:rPr lang="en-US"/>
              <a:t>17/09/2025</a:t>
            </a:r>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9" y="0"/>
            <a:ext cx="657221" cy="409729"/>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4019552" y="1001715"/>
            <a:ext cx="7639048" cy="2232334"/>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35" name="Espace réservé d’image 10">
            <a:extLst>
              <a:ext uri="{FF2B5EF4-FFF2-40B4-BE49-F238E27FC236}">
                <a16:creationId xmlns:a16="http://schemas.microsoft.com/office/drawing/2014/main" id="{4F7C1A4C-ACA8-3A17-4922-8A9094FFB30A}"/>
              </a:ext>
            </a:extLst>
          </p:cNvPr>
          <p:cNvSpPr>
            <a:spLocks noGrp="1"/>
          </p:cNvSpPr>
          <p:nvPr>
            <p:ph type="pic" sz="quarter" idx="13" hasCustomPrompt="1"/>
          </p:nvPr>
        </p:nvSpPr>
        <p:spPr>
          <a:xfrm>
            <a:off x="-1" y="3623947"/>
            <a:ext cx="12192000" cy="3234054"/>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fr"/>
              <a:t> </a:t>
            </a:r>
          </a:p>
        </p:txBody>
      </p:sp>
    </p:spTree>
    <p:extLst>
      <p:ext uri="{BB962C8B-B14F-4D97-AF65-F5344CB8AC3E}">
        <p14:creationId xmlns:p14="http://schemas.microsoft.com/office/powerpoint/2010/main" val="15632400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u avec image 1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200" cy="731520"/>
          </a:xfrm>
          <a:prstGeom prst="rect">
            <a:avLst/>
          </a:prstGeom>
        </p:spPr>
        <p:txBody>
          <a:bodyPr rtlCol="0" anchor="t"/>
          <a:lstStyle>
            <a:lvl1pPr>
              <a:defRPr cap="all" baseline="0">
                <a:solidFill>
                  <a:schemeClr val="tx2"/>
                </a:solidFill>
              </a:defRPr>
            </a:lvl1pPr>
          </a:lstStyle>
          <a:p>
            <a:pPr rtl="0"/>
            <a:r>
              <a:rPr lang="fr"/>
              <a:t>Modifiez le style du titre</a:t>
            </a:r>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533399" y="2145668"/>
            <a:ext cx="4810129" cy="4378006"/>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9" name="Espace réservé du pied de page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6476999"/>
            <a:ext cx="3315941" cy="381001"/>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9F3CAD5B-18BB-E21E-3A4C-7BAACB8519A4}"/>
              </a:ext>
            </a:extLst>
          </p:cNvPr>
          <p:cNvSpPr>
            <a:spLocks noGrp="1"/>
          </p:cNvSpPr>
          <p:nvPr>
            <p:ph type="dt" sz="half" idx="15"/>
          </p:nvPr>
        </p:nvSpPr>
        <p:spPr>
          <a:xfrm>
            <a:off x="3854723" y="6476998"/>
            <a:ext cx="942979" cy="381002"/>
          </a:xfrm>
          <a:prstGeom prst="rect">
            <a:avLst/>
          </a:prstGeom>
        </p:spPr>
        <p:txBody>
          <a:bodyPr rtlCol="0"/>
          <a:lstStyle>
            <a:lvl1pPr>
              <a:defRPr>
                <a:solidFill>
                  <a:schemeClr val="tx2"/>
                </a:solidFill>
              </a:defRPr>
            </a:lvl1pPr>
          </a:lstStyle>
          <a:p>
            <a:pPr rtl="0"/>
            <a:r>
              <a:rPr lang="en-US"/>
              <a:t>17/09/2025</a:t>
            </a:r>
          </a:p>
        </p:txBody>
      </p:sp>
      <p:sp>
        <p:nvSpPr>
          <p:cNvPr id="10" name="Espace réservé du numéro de diapositive 9">
            <a:extLst>
              <a:ext uri="{FF2B5EF4-FFF2-40B4-BE49-F238E27FC236}">
                <a16:creationId xmlns:a16="http://schemas.microsoft.com/office/drawing/2014/main" id="{BBDEAB8E-8806-A459-E320-4CA2B455BFD7}"/>
              </a:ext>
            </a:extLst>
          </p:cNvPr>
          <p:cNvSpPr>
            <a:spLocks noGrp="1"/>
          </p:cNvSpPr>
          <p:nvPr>
            <p:ph type="sldNum" sz="quarter" idx="17"/>
          </p:nvPr>
        </p:nvSpPr>
        <p:spPr>
          <a:xfrm>
            <a:off x="4797698" y="6492239"/>
            <a:ext cx="551213" cy="381001"/>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12" name="Espace réservé d’image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900120" y="2129475"/>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rtl="0"/>
            <a:r>
              <a:rPr lang="fr"/>
              <a:t> </a:t>
            </a:r>
          </a:p>
        </p:txBody>
      </p:sp>
      <p:sp>
        <p:nvSpPr>
          <p:cNvPr id="3" name="Rectangle 2">
            <a:extLst>
              <a:ext uri="{FF2B5EF4-FFF2-40B4-BE49-F238E27FC236}">
                <a16:creationId xmlns:a16="http://schemas.microsoft.com/office/drawing/2014/main" id="{9F7D2DCB-EC64-46B8-8C3D-7FA6E5EABD76}"/>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223860341"/>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u avec image 1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293EDC19-2576-AA88-E064-C7C747F16FCD}"/>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0969753" cy="731519"/>
          </a:xfrm>
          <a:prstGeom prst="rect">
            <a:avLst/>
          </a:prstGeom>
        </p:spPr>
        <p:txBody>
          <a:bodyPr rtlCol="0" anchor="t"/>
          <a:lstStyle>
            <a:lvl1pPr>
              <a:defRPr cap="all" baseline="0">
                <a:solidFill>
                  <a:schemeClr val="tx2"/>
                </a:solidFill>
              </a:defRPr>
            </a:lvl1pPr>
          </a:lstStyle>
          <a:p>
            <a:pPr rtl="0"/>
            <a:r>
              <a:rPr lang="fr"/>
              <a:t>Modifiez le style du titre</a:t>
            </a:r>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533400" y="2145668"/>
            <a:ext cx="4810129" cy="4093525"/>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image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900120" y="2129474"/>
            <a:ext cx="5758479" cy="4093525"/>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rtl="0"/>
            <a:r>
              <a:rPr lang="fr"/>
              <a:t> </a:t>
            </a:r>
          </a:p>
        </p:txBody>
      </p:sp>
      <p:sp>
        <p:nvSpPr>
          <p:cNvPr id="9" name="Espace réservé du pied de page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6477000"/>
            <a:ext cx="8582017" cy="381000"/>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9F3CAD5B-18BB-E21E-3A4C-7BAACB8519A4}"/>
              </a:ext>
            </a:extLst>
          </p:cNvPr>
          <p:cNvSpPr>
            <a:spLocks noGrp="1"/>
          </p:cNvSpPr>
          <p:nvPr>
            <p:ph type="dt" sz="half" idx="15"/>
          </p:nvPr>
        </p:nvSpPr>
        <p:spPr>
          <a:xfrm>
            <a:off x="9110043" y="6477000"/>
            <a:ext cx="1891326" cy="381000"/>
          </a:xfrm>
          <a:prstGeom prst="rect">
            <a:avLst/>
          </a:prstGeom>
        </p:spPr>
        <p:txBody>
          <a:bodyPr rtlCol="0"/>
          <a:lstStyle>
            <a:lvl1pPr>
              <a:defRPr>
                <a:solidFill>
                  <a:schemeClr val="tx2"/>
                </a:solidFill>
              </a:defRPr>
            </a:lvl1pPr>
          </a:lstStyle>
          <a:p>
            <a:pPr rtl="0"/>
            <a:r>
              <a:rPr lang="en-US"/>
              <a:t>17/09/2025</a:t>
            </a:r>
          </a:p>
        </p:txBody>
      </p:sp>
      <p:sp>
        <p:nvSpPr>
          <p:cNvPr id="10" name="Espace réservé du numéro de diapositive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68" y="6492240"/>
            <a:ext cx="657231" cy="365760"/>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18734315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u avec image 1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199" cy="731519"/>
          </a:xfrm>
          <a:prstGeom prst="rect">
            <a:avLst/>
          </a:prstGeom>
        </p:spPr>
        <p:txBody>
          <a:bodyPr rtlCol="0" anchor="t"/>
          <a:lstStyle>
            <a:lvl1pPr>
              <a:defRPr cap="all" baseline="0">
                <a:solidFill>
                  <a:schemeClr val="tx2"/>
                </a:solidFill>
              </a:defRPr>
            </a:lvl1pPr>
          </a:lstStyle>
          <a:p>
            <a:pPr rtl="0"/>
            <a:r>
              <a:rPr lang="fr"/>
              <a:t>Modifiez le style du titre</a:t>
            </a:r>
          </a:p>
        </p:txBody>
      </p:sp>
      <p:sp>
        <p:nvSpPr>
          <p:cNvPr id="36" name="Espace réservé d’image 11">
            <a:extLst>
              <a:ext uri="{FF2B5EF4-FFF2-40B4-BE49-F238E27FC236}">
                <a16:creationId xmlns:a16="http://schemas.microsoft.com/office/drawing/2014/main" id="{61ACD7CC-7A35-CC8D-F7DA-128B795065B1}"/>
              </a:ext>
            </a:extLst>
          </p:cNvPr>
          <p:cNvSpPr>
            <a:spLocks noGrp="1"/>
          </p:cNvSpPr>
          <p:nvPr>
            <p:ph type="pic" sz="quarter" idx="18" hasCustomPrompt="1"/>
          </p:nvPr>
        </p:nvSpPr>
        <p:spPr>
          <a:xfrm>
            <a:off x="0" y="2145668"/>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rtl="0"/>
            <a:r>
              <a:rPr lang="fr"/>
              <a:t> </a:t>
            </a:r>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6843095" y="2145668"/>
            <a:ext cx="4815505" cy="4190497"/>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9" name="Espace réservé du pied de page 8">
            <a:extLst>
              <a:ext uri="{FF2B5EF4-FFF2-40B4-BE49-F238E27FC236}">
                <a16:creationId xmlns:a16="http://schemas.microsoft.com/office/drawing/2014/main" id="{820916D3-99FA-E971-607F-14E290E58854}"/>
              </a:ext>
            </a:extLst>
          </p:cNvPr>
          <p:cNvSpPr>
            <a:spLocks noGrp="1"/>
          </p:cNvSpPr>
          <p:nvPr>
            <p:ph type="ftr" sz="quarter" idx="16"/>
          </p:nvPr>
        </p:nvSpPr>
        <p:spPr>
          <a:xfrm>
            <a:off x="6843095" y="6492240"/>
            <a:ext cx="3215297" cy="365760"/>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9F3CAD5B-18BB-E21E-3A4C-7BAACB8519A4}"/>
              </a:ext>
            </a:extLst>
          </p:cNvPr>
          <p:cNvSpPr>
            <a:spLocks noGrp="1"/>
          </p:cNvSpPr>
          <p:nvPr>
            <p:ph type="dt" sz="half" idx="15"/>
          </p:nvPr>
        </p:nvSpPr>
        <p:spPr>
          <a:xfrm>
            <a:off x="10058398" y="6492240"/>
            <a:ext cx="942982" cy="365760"/>
          </a:xfrm>
          <a:prstGeom prst="rect">
            <a:avLst/>
          </a:prstGeom>
        </p:spPr>
        <p:txBody>
          <a:bodyPr rtlCol="0"/>
          <a:lstStyle>
            <a:lvl1pPr>
              <a:defRPr>
                <a:solidFill>
                  <a:schemeClr val="tx2"/>
                </a:solidFill>
              </a:defRPr>
            </a:lvl1pPr>
          </a:lstStyle>
          <a:p>
            <a:pPr rtl="0"/>
            <a:r>
              <a:rPr lang="en-US"/>
              <a:t>17/09/2025</a:t>
            </a:r>
          </a:p>
        </p:txBody>
      </p:sp>
      <p:sp>
        <p:nvSpPr>
          <p:cNvPr id="10" name="Espace réservé du numéro de diapositive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79" y="6492240"/>
            <a:ext cx="657221" cy="365760"/>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3" name="Rectangle 2">
            <a:extLst>
              <a:ext uri="{FF2B5EF4-FFF2-40B4-BE49-F238E27FC236}">
                <a16:creationId xmlns:a16="http://schemas.microsoft.com/office/drawing/2014/main" id="{54335081-FA52-F16F-A616-E20DA766DB57}"/>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0525199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u avec image 1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4810129" cy="1269482"/>
          </a:xfrm>
          <a:prstGeom prst="rect">
            <a:avLst/>
          </a:prstGeom>
        </p:spPr>
        <p:txBody>
          <a:bodyPr rtlCol="0" anchor="t">
            <a:noAutofit/>
          </a:bodyPr>
          <a:lstStyle>
            <a:lvl1pPr>
              <a:defRPr sz="3600" cap="all" baseline="0">
                <a:solidFill>
                  <a:schemeClr val="tx2"/>
                </a:solidFill>
              </a:defRPr>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4"/>
            <a:ext cx="4709498" cy="3727766"/>
          </a:xfrm>
          <a:prstGeom prst="rect">
            <a:avLst/>
          </a:prstGeom>
          <a:blipFill dpi="0" rotWithShape="1">
            <a:blip r:embed="rId2">
              <a:alphaModFix amt="60000"/>
            </a:blip>
            <a:srcRect/>
            <a:stretch>
              <a:fillRect/>
            </a:stretch>
          </a:blipFill>
        </p:spPr>
        <p:txBody>
          <a:bodyPr rtlCol="0"/>
          <a:lstStyle>
            <a:lvl1pPr marL="0" indent="0">
              <a:buFont typeface="Arial" panose="020B0604020202020204" pitchFamily="34" charset="0"/>
              <a:buNone/>
              <a:defRPr/>
            </a:lvl1pPr>
          </a:lstStyle>
          <a:p>
            <a:pPr rtl="0"/>
            <a:r>
              <a:rPr lang="fr"/>
              <a:t> </a:t>
            </a:r>
          </a:p>
        </p:txBody>
      </p:sp>
      <p:sp>
        <p:nvSpPr>
          <p:cNvPr id="8" name="Espace réservé du contenu 7">
            <a:extLst>
              <a:ext uri="{FF2B5EF4-FFF2-40B4-BE49-F238E27FC236}">
                <a16:creationId xmlns:a16="http://schemas.microsoft.com/office/drawing/2014/main" id="{8BAC3300-BF12-B200-9F06-8D5AC45CB7EF}"/>
              </a:ext>
            </a:extLst>
          </p:cNvPr>
          <p:cNvSpPr>
            <a:spLocks noGrp="1"/>
          </p:cNvSpPr>
          <p:nvPr>
            <p:ph sz="quarter" idx="14"/>
          </p:nvPr>
        </p:nvSpPr>
        <p:spPr>
          <a:xfrm>
            <a:off x="5905562" y="1010614"/>
            <a:ext cx="5753037" cy="5212386"/>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6999"/>
            <a:ext cx="8576637" cy="381001"/>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507480"/>
            <a:ext cx="1891338" cy="365760"/>
          </a:xfrm>
          <a:prstGeom prst="rect">
            <a:avLst/>
          </a:prstGeom>
        </p:spPr>
        <p:txBody>
          <a:bodyPr rtlCol="0"/>
          <a:lstStyle>
            <a:lvl1pPr>
              <a:defRPr>
                <a:solidFill>
                  <a:schemeClr val="tx2"/>
                </a:solidFill>
              </a:defRPr>
            </a:lvl1pPr>
          </a:lstStyle>
          <a:p>
            <a:pPr rtl="0"/>
            <a:r>
              <a:rPr lang="en-US"/>
              <a:t>17/09/2025</a:t>
            </a:r>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76999"/>
            <a:ext cx="662624" cy="381001"/>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3" name="Rectangle 2">
            <a:extLst>
              <a:ext uri="{FF2B5EF4-FFF2-40B4-BE49-F238E27FC236}">
                <a16:creationId xmlns:a16="http://schemas.microsoft.com/office/drawing/2014/main" id="{DD765160-0AD1-7CB4-8350-CBCBF4F7DE6D}"/>
              </a:ext>
            </a:extLst>
          </p:cNvPr>
          <p:cNvSpPr/>
          <p:nvPr userDrawn="1"/>
        </p:nvSpPr>
        <p:spPr>
          <a:xfrm>
            <a:off x="634030" y="565606"/>
            <a:ext cx="470949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ctangle 3">
            <a:extLst>
              <a:ext uri="{FF2B5EF4-FFF2-40B4-BE49-F238E27FC236}">
                <a16:creationId xmlns:a16="http://schemas.microsoft.com/office/drawing/2014/main" id="{6B0551DE-1F1F-2C48-CB34-005587707E99}"/>
              </a:ext>
            </a:extLst>
          </p:cNvPr>
          <p:cNvSpPr/>
          <p:nvPr userDrawn="1"/>
        </p:nvSpPr>
        <p:spPr>
          <a:xfrm>
            <a:off x="5345730" y="565605"/>
            <a:ext cx="684627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07830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u avec image 1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3486153" cy="1316347"/>
          </a:xfrm>
          <a:prstGeom prst="rect">
            <a:avLst/>
          </a:prstGeom>
        </p:spPr>
        <p:txBody>
          <a:bodyPr rtlCol="0" anchor="t">
            <a:noAutofit/>
          </a:bodyPr>
          <a:lstStyle>
            <a:lvl1pPr>
              <a:defRPr sz="3600" cap="all" baseline="0">
                <a:solidFill>
                  <a:schemeClr val="tx2"/>
                </a:solidFill>
              </a:defRPr>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3"/>
            <a:ext cx="3385517" cy="3727765"/>
          </a:xfrm>
          <a:prstGeom prst="rect">
            <a:avLst/>
          </a:prstGeom>
          <a:blipFill dpi="0" rotWithShape="1">
            <a:blip r:embed="rId2">
              <a:alphaModFix amt="60000"/>
            </a:blip>
            <a:srcRect/>
            <a:stretch>
              <a:fillRect/>
            </a:stretch>
          </a:blipFill>
        </p:spPr>
        <p:txBody>
          <a:bodyPr rtlCol="0"/>
          <a:lstStyle>
            <a:lvl1pPr marL="0" indent="0">
              <a:buFont typeface="Arial" panose="020B0604020202020204" pitchFamily="34" charset="0"/>
              <a:buNone/>
              <a:defRPr/>
            </a:lvl1pPr>
          </a:lstStyle>
          <a:p>
            <a:pPr rtl="0"/>
            <a:r>
              <a:rPr lang="fr"/>
              <a:t> </a:t>
            </a:r>
          </a:p>
        </p:txBody>
      </p:sp>
      <p:sp>
        <p:nvSpPr>
          <p:cNvPr id="8" name="Espace réservé du contenu 7">
            <a:extLst>
              <a:ext uri="{FF2B5EF4-FFF2-40B4-BE49-F238E27FC236}">
                <a16:creationId xmlns:a16="http://schemas.microsoft.com/office/drawing/2014/main" id="{83F7B03F-5EDA-605B-1A2E-F48896E48939}"/>
              </a:ext>
            </a:extLst>
          </p:cNvPr>
          <p:cNvSpPr>
            <a:spLocks noGrp="1"/>
          </p:cNvSpPr>
          <p:nvPr>
            <p:ph sz="quarter" idx="14"/>
          </p:nvPr>
        </p:nvSpPr>
        <p:spPr>
          <a:xfrm>
            <a:off x="4576142" y="1016954"/>
            <a:ext cx="7082457" cy="5206045"/>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rtlCol="0"/>
          <a:lstStyle>
            <a:lvl1pPr>
              <a:defRPr>
                <a:solidFill>
                  <a:schemeClr val="tx2"/>
                </a:solidFill>
              </a:defRPr>
            </a:lvl1pPr>
          </a:lstStyle>
          <a:p>
            <a:pPr rtl="0"/>
            <a:r>
              <a:rPr lang="en-US"/>
              <a:t>17/09/2025</a:t>
            </a:r>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3" name="Rectangle 2">
            <a:extLst>
              <a:ext uri="{FF2B5EF4-FFF2-40B4-BE49-F238E27FC236}">
                <a16:creationId xmlns:a16="http://schemas.microsoft.com/office/drawing/2014/main" id="{05CA24FE-7F15-0A35-2050-28F4CE33B91F}"/>
              </a:ext>
            </a:extLst>
          </p:cNvPr>
          <p:cNvSpPr/>
          <p:nvPr userDrawn="1"/>
        </p:nvSpPr>
        <p:spPr>
          <a:xfrm>
            <a:off x="634030" y="565606"/>
            <a:ext cx="3385521"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ctangle 3">
            <a:extLst>
              <a:ext uri="{FF2B5EF4-FFF2-40B4-BE49-F238E27FC236}">
                <a16:creationId xmlns:a16="http://schemas.microsoft.com/office/drawing/2014/main" id="{CC9E0A62-7502-AFE4-4860-6DE00EB6D1D5}"/>
              </a:ext>
            </a:extLst>
          </p:cNvPr>
          <p:cNvSpPr/>
          <p:nvPr userDrawn="1"/>
        </p:nvSpPr>
        <p:spPr>
          <a:xfrm>
            <a:off x="4019547" y="565605"/>
            <a:ext cx="8172453"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583227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ombre en grand">
    <p:bg>
      <p:bgPr>
        <a:solidFill>
          <a:schemeClr val="tx2"/>
        </a:solidFill>
        <a:effectLst/>
      </p:bgPr>
    </p:bg>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4473C94E-2C8E-3F68-4792-D2F9DD866344}"/>
              </a:ext>
            </a:extLst>
          </p:cNvPr>
          <p:cNvSpPr>
            <a:spLocks noGrp="1"/>
          </p:cNvSpPr>
          <p:nvPr>
            <p:ph type="title"/>
          </p:nvPr>
        </p:nvSpPr>
        <p:spPr>
          <a:xfrm>
            <a:off x="3462961" y="5109525"/>
            <a:ext cx="8195638" cy="744634"/>
          </a:xfrm>
        </p:spPr>
        <p:txBody>
          <a:bodyPr rtlCol="0" anchor="b">
            <a:normAutofit/>
          </a:bodyPr>
          <a:lstStyle>
            <a:lvl1pPr>
              <a:defRPr sz="2000" b="1">
                <a:solidFill>
                  <a:schemeClr val="bg1"/>
                </a:solidFill>
              </a:defRPr>
            </a:lvl1pPr>
          </a:lstStyle>
          <a:p>
            <a:pPr rtl="0"/>
            <a:r>
              <a:rPr lang="fr"/>
              <a:t>Modifiez le style du titre</a:t>
            </a:r>
          </a:p>
        </p:txBody>
      </p:sp>
      <p:sp>
        <p:nvSpPr>
          <p:cNvPr id="7" name="Espace réservé du contenu 6">
            <a:extLst>
              <a:ext uri="{FF2B5EF4-FFF2-40B4-BE49-F238E27FC236}">
                <a16:creationId xmlns:a16="http://schemas.microsoft.com/office/drawing/2014/main" id="{16E6EBA2-EEB8-DB5B-897E-6DAE1530B31E}"/>
              </a:ext>
            </a:extLst>
          </p:cNvPr>
          <p:cNvSpPr>
            <a:spLocks noGrp="1"/>
          </p:cNvSpPr>
          <p:nvPr>
            <p:ph sz="quarter" idx="14" hasCustomPrompt="1"/>
          </p:nvPr>
        </p:nvSpPr>
        <p:spPr>
          <a:xfrm>
            <a:off x="533400" y="533400"/>
            <a:ext cx="11125200" cy="4576763"/>
          </a:xfrm>
        </p:spPr>
        <p:txBody>
          <a:bodyPr rtlCol="0">
            <a:normAutofit/>
          </a:bodyPr>
          <a:lstStyle>
            <a:lvl1pPr marL="0" indent="0">
              <a:buNone/>
              <a:defRPr sz="30000" b="0">
                <a:solidFill>
                  <a:schemeClr val="bg1"/>
                </a:solidFill>
              </a:defRPr>
            </a:lvl1pPr>
          </a:lstStyle>
          <a:p>
            <a:pPr lvl="0" rtl="0"/>
            <a:r>
              <a:rPr lang="fr"/>
              <a:t>## %</a:t>
            </a:r>
          </a:p>
        </p:txBody>
      </p:sp>
      <p:sp>
        <p:nvSpPr>
          <p:cNvPr id="4" name="Espace réservé du pied de page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77000"/>
            <a:ext cx="8576637" cy="381001"/>
          </a:xfrm>
          <a:prstGeom prst="rect">
            <a:avLst/>
          </a:prstGeom>
        </p:spPr>
        <p:txBody>
          <a:bodyPr rtlCol="0"/>
          <a:lstStyle>
            <a:lvl1pPr>
              <a:defRPr>
                <a:solidFill>
                  <a:schemeClr val="bg1"/>
                </a:solidFill>
              </a:defRPr>
            </a:lvl1pPr>
          </a:lstStyle>
          <a:p>
            <a:pPr rtl="0"/>
            <a:r>
              <a:rPr lang="fr"/>
              <a:t>Titre de la présentation</a:t>
            </a:r>
            <a:endParaRPr lang="en-US"/>
          </a:p>
        </p:txBody>
      </p:sp>
      <p:sp>
        <p:nvSpPr>
          <p:cNvPr id="3" name="Espace réservé de la date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77000"/>
            <a:ext cx="1880546" cy="381000"/>
          </a:xfrm>
          <a:prstGeom prst="rect">
            <a:avLst/>
          </a:prstGeom>
        </p:spPr>
        <p:txBody>
          <a:bodyPr rtlCol="0"/>
          <a:lstStyle>
            <a:lvl1pPr>
              <a:defRPr>
                <a:solidFill>
                  <a:schemeClr val="bg1"/>
                </a:solidFill>
              </a:defRPr>
            </a:lvl1pPr>
          </a:lstStyle>
          <a:p>
            <a:pPr rtl="0"/>
            <a:r>
              <a:rPr lang="en-US"/>
              <a:t>17/09/2025</a:t>
            </a:r>
          </a:p>
        </p:txBody>
      </p:sp>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rtlCol="0"/>
          <a:lstStyle>
            <a:lvl1pPr>
              <a:defRPr>
                <a:solidFill>
                  <a:schemeClr val="bg1"/>
                </a:solidFill>
              </a:defRPr>
            </a:lvl1pPr>
          </a:lstStyle>
          <a:p>
            <a:pPr rtl="0"/>
            <a:fld id="{AEAA3239-9EA4-4A65-A281-97F994456D9F}" type="slidenum">
              <a:rPr lang="en-US" smtClean="0"/>
              <a:pPr rtl="0"/>
              <a:t>‹#›</a:t>
            </a:fld>
            <a:endParaRPr lang="en-US"/>
          </a:p>
        </p:txBody>
      </p:sp>
      <p:sp>
        <p:nvSpPr>
          <p:cNvPr id="36" name="Rectangle 35">
            <a:extLst>
              <a:ext uri="{FF2B5EF4-FFF2-40B4-BE49-F238E27FC236}">
                <a16:creationId xmlns:a16="http://schemas.microsoft.com/office/drawing/2014/main" id="{CCD9F1A0-57DB-F034-0AB9-2E671ABA4CD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7" name="Rectangle 36">
            <a:extLst>
              <a:ext uri="{FF2B5EF4-FFF2-40B4-BE49-F238E27FC236}">
                <a16:creationId xmlns:a16="http://schemas.microsoft.com/office/drawing/2014/main" id="{66B7340E-9893-2D44-91EA-76771EE522E6}"/>
              </a:ext>
            </a:extLst>
          </p:cNvPr>
          <p:cNvSpPr/>
          <p:nvPr/>
        </p:nvSpPr>
        <p:spPr>
          <a:xfrm>
            <a:off x="3467745" y="6155911"/>
            <a:ext cx="564228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9681785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ombre en grand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re 11">
            <a:extLst>
              <a:ext uri="{FF2B5EF4-FFF2-40B4-BE49-F238E27FC236}">
                <a16:creationId xmlns:a16="http://schemas.microsoft.com/office/drawing/2014/main" id="{7598420F-9109-D819-4B18-8ABF253545AF}"/>
              </a:ext>
            </a:extLst>
          </p:cNvPr>
          <p:cNvSpPr>
            <a:spLocks noGrp="1"/>
          </p:cNvSpPr>
          <p:nvPr>
            <p:ph type="title"/>
          </p:nvPr>
        </p:nvSpPr>
        <p:spPr>
          <a:xfrm>
            <a:off x="3462961" y="5109526"/>
            <a:ext cx="8195638" cy="744634"/>
          </a:xfrm>
        </p:spPr>
        <p:txBody>
          <a:bodyPr rtlCol="0" anchor="b">
            <a:normAutofit/>
          </a:bodyPr>
          <a:lstStyle>
            <a:lvl1pPr>
              <a:defRPr sz="2000" b="1"/>
            </a:lvl1pPr>
          </a:lstStyle>
          <a:p>
            <a:pPr rtl="0"/>
            <a:r>
              <a:rPr lang="fr"/>
              <a:t>Modifiez le style du titre</a:t>
            </a:r>
          </a:p>
        </p:txBody>
      </p:sp>
      <p:sp>
        <p:nvSpPr>
          <p:cNvPr id="11" name="Espace réservé du contenu 10">
            <a:extLst>
              <a:ext uri="{FF2B5EF4-FFF2-40B4-BE49-F238E27FC236}">
                <a16:creationId xmlns:a16="http://schemas.microsoft.com/office/drawing/2014/main" id="{1BEF40F6-4B37-BBD3-E0AD-279A48AF21F3}"/>
              </a:ext>
            </a:extLst>
          </p:cNvPr>
          <p:cNvSpPr>
            <a:spLocks noGrp="1"/>
          </p:cNvSpPr>
          <p:nvPr>
            <p:ph sz="quarter" idx="14" hasCustomPrompt="1"/>
          </p:nvPr>
        </p:nvSpPr>
        <p:spPr>
          <a:xfrm>
            <a:off x="1576388" y="533400"/>
            <a:ext cx="10082212" cy="4535488"/>
          </a:xfrm>
        </p:spPr>
        <p:txBody>
          <a:bodyPr rtlCol="0" anchor="b">
            <a:noAutofit/>
          </a:bodyPr>
          <a:lstStyle>
            <a:lvl1pPr marL="0" indent="0">
              <a:buNone/>
              <a:defRPr sz="30000"/>
            </a:lvl1pPr>
          </a:lstStyle>
          <a:p>
            <a:pPr lvl="0" rtl="0"/>
            <a:r>
              <a:rPr lang="fr"/>
              <a:t>## %</a:t>
            </a:r>
          </a:p>
        </p:txBody>
      </p:sp>
      <p:sp>
        <p:nvSpPr>
          <p:cNvPr id="4" name="Espace réservé du pied de page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92241"/>
            <a:ext cx="8576637" cy="365760"/>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3" name="Espace réservé de la date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92240"/>
            <a:ext cx="1891338" cy="365760"/>
          </a:xfrm>
          <a:prstGeom prst="rect">
            <a:avLst/>
          </a:prstGeom>
        </p:spPr>
        <p:txBody>
          <a:bodyPr rtlCol="0"/>
          <a:lstStyle>
            <a:lvl1pPr>
              <a:defRPr>
                <a:solidFill>
                  <a:schemeClr val="tx2"/>
                </a:solidFill>
              </a:defRPr>
            </a:lvl1pPr>
          </a:lstStyle>
          <a:p>
            <a:pPr rtl="0"/>
            <a:r>
              <a:rPr lang="en-US"/>
              <a:t>17/09/2025</a:t>
            </a:r>
          </a:p>
        </p:txBody>
      </p:sp>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9" name="Rectangle 8">
            <a:extLst>
              <a:ext uri="{FF2B5EF4-FFF2-40B4-BE49-F238E27FC236}">
                <a16:creationId xmlns:a16="http://schemas.microsoft.com/office/drawing/2014/main" id="{E839B9B1-5BEF-4F31-6B44-3CB4CD58885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ctangle 9">
            <a:extLst>
              <a:ext uri="{FF2B5EF4-FFF2-40B4-BE49-F238E27FC236}">
                <a16:creationId xmlns:a16="http://schemas.microsoft.com/office/drawing/2014/main" id="{27548359-EFF8-1F42-7DB6-7D93AD66C2F5}"/>
              </a:ext>
            </a:extLst>
          </p:cNvPr>
          <p:cNvSpPr/>
          <p:nvPr/>
        </p:nvSpPr>
        <p:spPr>
          <a:xfrm>
            <a:off x="3467745" y="6155911"/>
            <a:ext cx="564228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3203540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ombre en grand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3F766B52-229C-C000-F364-4B90D3B58207}"/>
              </a:ext>
            </a:extLst>
          </p:cNvPr>
          <p:cNvSpPr>
            <a:spLocks noGrp="1"/>
          </p:cNvSpPr>
          <p:nvPr>
            <p:ph type="title"/>
          </p:nvPr>
        </p:nvSpPr>
        <p:spPr>
          <a:xfrm>
            <a:off x="533399" y="5503767"/>
            <a:ext cx="8197616" cy="744633"/>
          </a:xfrm>
        </p:spPr>
        <p:txBody>
          <a:bodyPr rtlCol="0" anchor="b">
            <a:normAutofit/>
          </a:bodyPr>
          <a:lstStyle>
            <a:lvl1pPr>
              <a:defRPr sz="2000" b="1"/>
            </a:lvl1pPr>
          </a:lstStyle>
          <a:p>
            <a:pPr rtl="0"/>
            <a:r>
              <a:rPr lang="fr"/>
              <a:t>Modifiez le style du titre</a:t>
            </a:r>
          </a:p>
        </p:txBody>
      </p:sp>
      <p:sp>
        <p:nvSpPr>
          <p:cNvPr id="9" name="Espace réservé du contenu 8">
            <a:extLst>
              <a:ext uri="{FF2B5EF4-FFF2-40B4-BE49-F238E27FC236}">
                <a16:creationId xmlns:a16="http://schemas.microsoft.com/office/drawing/2014/main" id="{339F166E-4119-CF5D-6537-03CAC7026DAD}"/>
              </a:ext>
            </a:extLst>
          </p:cNvPr>
          <p:cNvSpPr>
            <a:spLocks noGrp="1"/>
          </p:cNvSpPr>
          <p:nvPr>
            <p:ph sz="quarter" idx="14" hasCustomPrompt="1"/>
          </p:nvPr>
        </p:nvSpPr>
        <p:spPr>
          <a:xfrm>
            <a:off x="533400" y="533400"/>
            <a:ext cx="8197850" cy="4535488"/>
          </a:xfrm>
        </p:spPr>
        <p:txBody>
          <a:bodyPr rtlCol="0">
            <a:normAutofit/>
          </a:bodyPr>
          <a:lstStyle>
            <a:lvl1pPr marL="0" indent="0">
              <a:buNone/>
              <a:defRPr sz="25000"/>
            </a:lvl1pPr>
          </a:lstStyle>
          <a:p>
            <a:pPr lvl="0" rtl="0"/>
            <a:r>
              <a:rPr lang="fr"/>
              <a:t>## %</a:t>
            </a:r>
          </a:p>
        </p:txBody>
      </p:sp>
      <p:sp>
        <p:nvSpPr>
          <p:cNvPr id="4" name="Espace réservé du pied de page 3">
            <a:extLst>
              <a:ext uri="{FF2B5EF4-FFF2-40B4-BE49-F238E27FC236}">
                <a16:creationId xmlns:a16="http://schemas.microsoft.com/office/drawing/2014/main" id="{C394E47C-0C77-0005-1755-14F7739DF22E}"/>
              </a:ext>
            </a:extLst>
          </p:cNvPr>
          <p:cNvSpPr>
            <a:spLocks noGrp="1"/>
          </p:cNvSpPr>
          <p:nvPr>
            <p:ph type="ftr" sz="quarter" idx="11"/>
          </p:nvPr>
        </p:nvSpPr>
        <p:spPr>
          <a:xfrm>
            <a:off x="533400" y="6477000"/>
            <a:ext cx="5747706" cy="381001"/>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3" name="Espace réservé de la date 2">
            <a:extLst>
              <a:ext uri="{FF2B5EF4-FFF2-40B4-BE49-F238E27FC236}">
                <a16:creationId xmlns:a16="http://schemas.microsoft.com/office/drawing/2014/main" id="{4A591E5F-EDEF-7D02-30E6-B960B5E45903}"/>
              </a:ext>
            </a:extLst>
          </p:cNvPr>
          <p:cNvSpPr>
            <a:spLocks noGrp="1"/>
          </p:cNvSpPr>
          <p:nvPr>
            <p:ph type="dt" sz="half" idx="10"/>
          </p:nvPr>
        </p:nvSpPr>
        <p:spPr>
          <a:xfrm>
            <a:off x="6279139" y="6477000"/>
            <a:ext cx="1783858" cy="381000"/>
          </a:xfrm>
          <a:prstGeom prst="rect">
            <a:avLst/>
          </a:prstGeom>
        </p:spPr>
        <p:txBody>
          <a:bodyPr rtlCol="0"/>
          <a:lstStyle>
            <a:lvl1pPr>
              <a:defRPr>
                <a:solidFill>
                  <a:schemeClr val="tx2"/>
                </a:solidFill>
              </a:defRPr>
            </a:lvl1pPr>
          </a:lstStyle>
          <a:p>
            <a:pPr rtl="0"/>
            <a:r>
              <a:rPr lang="en-US"/>
              <a:t>17/09/2025</a:t>
            </a:r>
          </a:p>
        </p:txBody>
      </p:sp>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a:xfrm>
            <a:off x="8068391" y="6492241"/>
            <a:ext cx="662624" cy="365760"/>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32" name="Rectangle 31">
            <a:extLst>
              <a:ext uri="{FF2B5EF4-FFF2-40B4-BE49-F238E27FC236}">
                <a16:creationId xmlns:a16="http://schemas.microsoft.com/office/drawing/2014/main" id="{9B44F338-C24A-72CF-A14A-4F2D72023D14}"/>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Rectangle 5">
            <a:extLst>
              <a:ext uri="{FF2B5EF4-FFF2-40B4-BE49-F238E27FC236}">
                <a16:creationId xmlns:a16="http://schemas.microsoft.com/office/drawing/2014/main" id="{60CA27EA-41C5-29B8-12D6-3E865A8BE203}"/>
              </a:ext>
            </a:extLst>
          </p:cNvPr>
          <p:cNvSpPr/>
          <p:nvPr userDrawn="1"/>
        </p:nvSpPr>
        <p:spPr>
          <a:xfrm>
            <a:off x="9110034" y="0"/>
            <a:ext cx="3081966"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Rectangle 7">
            <a:extLst>
              <a:ext uri="{FF2B5EF4-FFF2-40B4-BE49-F238E27FC236}">
                <a16:creationId xmlns:a16="http://schemas.microsoft.com/office/drawing/2014/main" id="{23853515-1714-73E5-D625-2A609526F7E8}"/>
              </a:ext>
            </a:extLst>
          </p:cNvPr>
          <p:cNvSpPr/>
          <p:nvPr userDrawn="1"/>
        </p:nvSpPr>
        <p:spPr>
          <a:xfrm>
            <a:off x="9110040" y="565606"/>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54792247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Énoncé">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rtlCol="0"/>
          <a:lstStyle>
            <a:lvl1pPr>
              <a:defRPr>
                <a:solidFill>
                  <a:schemeClr val="bg1"/>
                </a:solidFill>
                <a:latin typeface="Arial" panose="020B0604020202020204" pitchFamily="34" charset="0"/>
                <a:cs typeface="Arial" panose="020B0604020202020204" pitchFamily="34" charset="0"/>
              </a:defRPr>
            </a:lvl1pPr>
          </a:lstStyle>
          <a:p>
            <a:pPr rtl="0"/>
            <a:r>
              <a:rPr lang="fr"/>
              <a:t>Modifiez le style du titre</a:t>
            </a:r>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6955"/>
            <a:ext cx="11125201" cy="4840285"/>
          </a:xfrm>
          <a:prstGeom prst="rect">
            <a:avLst/>
          </a:prstGeom>
        </p:spPr>
        <p:txBody>
          <a:bodyPr rtlCol="0" anchor="t">
            <a:noAutofit/>
          </a:bodyPr>
          <a:lstStyle>
            <a:lvl1pPr marL="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1pPr>
            <a:lvl2pPr marL="2286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2pPr>
            <a:lvl3pPr marL="4572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3pPr>
            <a:lvl4pPr marL="6858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4pPr>
            <a:lvl5pPr marL="9144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0"/>
            <a:ext cx="8576637" cy="365761"/>
          </a:xfrm>
          <a:prstGeom prst="rect">
            <a:avLst/>
          </a:prstGeom>
        </p:spPr>
        <p:txBody>
          <a:bodyPr rtlCol="0"/>
          <a:lstStyle>
            <a:lvl1pPr>
              <a:defRPr>
                <a:solidFill>
                  <a:schemeClr val="bg2"/>
                </a:solidFill>
              </a:defRPr>
            </a:lvl1pPr>
          </a:lstStyle>
          <a:p>
            <a:pPr rtl="0"/>
            <a:r>
              <a:rPr lang="fr"/>
              <a:t>Titre de la présentation</a:t>
            </a: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39"/>
            <a:ext cx="1891338" cy="365761"/>
          </a:xfrm>
          <a:prstGeom prst="rect">
            <a:avLst/>
          </a:prstGeom>
        </p:spPr>
        <p:txBody>
          <a:bodyPr rtlCol="0"/>
          <a:lstStyle>
            <a:lvl1pPr>
              <a:defRPr>
                <a:solidFill>
                  <a:schemeClr val="bg2"/>
                </a:solidFill>
              </a:defRPr>
            </a:lvl1pPr>
          </a:lstStyle>
          <a:p>
            <a:pPr rtl="0"/>
            <a:r>
              <a:rPr lang="en-US"/>
              <a:t>17/09/2025</a:t>
            </a:r>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95976" y="6492240"/>
            <a:ext cx="662624" cy="365761"/>
          </a:xfrm>
          <a:prstGeom prst="rect">
            <a:avLst/>
          </a:prstGeom>
        </p:spPr>
        <p:txBody>
          <a:bodyPr rtlCol="0"/>
          <a:lstStyle>
            <a:lvl1pPr>
              <a:defRPr>
                <a:solidFill>
                  <a:schemeClr val="bg2"/>
                </a:solidFill>
              </a:defRPr>
            </a:lvl1pPr>
          </a:lstStyle>
          <a:p>
            <a:pPr rtl="0"/>
            <a:fld id="{AEAA3239-9EA4-4A65-A281-97F994456D9F}" type="slidenum">
              <a:rPr lang="en-US" smtClean="0"/>
              <a:pPr rtl="0"/>
              <a:t>‹#›</a:t>
            </a:fld>
            <a:endParaRPr lang="en-US"/>
          </a:p>
        </p:txBody>
      </p:sp>
      <p:sp>
        <p:nvSpPr>
          <p:cNvPr id="6" name="Rectangle 5">
            <a:extLst>
              <a:ext uri="{FF2B5EF4-FFF2-40B4-BE49-F238E27FC236}">
                <a16:creationId xmlns:a16="http://schemas.microsoft.com/office/drawing/2014/main" id="{F810F272-8DCB-3D9F-8EA6-FBDD6B7DFDA3}"/>
              </a:ext>
            </a:extLst>
          </p:cNvPr>
          <p:cNvSpPr/>
          <p:nvPr userDrawn="1"/>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Rectangle 7">
            <a:extLst>
              <a:ext uri="{FF2B5EF4-FFF2-40B4-BE49-F238E27FC236}">
                <a16:creationId xmlns:a16="http://schemas.microsoft.com/office/drawing/2014/main" id="{F638ED97-EB88-D071-C45A-D0C32569D40D}"/>
              </a:ext>
            </a:extLst>
          </p:cNvPr>
          <p:cNvSpPr/>
          <p:nvPr userDrawn="1"/>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264407535"/>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Énoncé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rtlCol="0"/>
          <a:lstStyle>
            <a:lvl1pPr>
              <a:defRPr>
                <a:solidFill>
                  <a:schemeClr val="tx1"/>
                </a:solidFill>
              </a:defRPr>
            </a:lvl1pPr>
          </a:lstStyle>
          <a:p>
            <a:pPr rtl="0"/>
            <a:r>
              <a:rPr lang="fr"/>
              <a:t>Modifiez le style du titre</a:t>
            </a:r>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3308"/>
            <a:ext cx="11125201" cy="5204612"/>
          </a:xfrm>
          <a:prstGeom prst="rect">
            <a:avLst/>
          </a:prstGeom>
        </p:spPr>
        <p:txBody>
          <a:bodyPr rtlCol="0" anchor="t">
            <a:normAutofit/>
          </a:bodyPr>
          <a:lstStyle>
            <a:lvl1pPr marL="0" indent="0">
              <a:lnSpc>
                <a:spcPct val="90000"/>
              </a:lnSpc>
              <a:spcBef>
                <a:spcPts val="0"/>
              </a:spcBef>
              <a:buNone/>
              <a:defRPr sz="7200" b="1">
                <a:solidFill>
                  <a:schemeClr val="tx2"/>
                </a:solidFill>
              </a:defRPr>
            </a:lvl1pPr>
            <a:lvl2pPr marL="228600" indent="0">
              <a:lnSpc>
                <a:spcPct val="90000"/>
              </a:lnSpc>
              <a:spcBef>
                <a:spcPts val="0"/>
              </a:spcBef>
              <a:buNone/>
              <a:defRPr sz="7200" b="1">
                <a:solidFill>
                  <a:schemeClr val="tx2"/>
                </a:solidFill>
              </a:defRPr>
            </a:lvl2pPr>
            <a:lvl3pPr marL="457200" indent="0">
              <a:lnSpc>
                <a:spcPct val="90000"/>
              </a:lnSpc>
              <a:spcBef>
                <a:spcPts val="0"/>
              </a:spcBef>
              <a:buNone/>
              <a:defRPr sz="7200" b="1">
                <a:solidFill>
                  <a:schemeClr val="tx2"/>
                </a:solidFill>
              </a:defRPr>
            </a:lvl3pPr>
            <a:lvl4pPr marL="685800" indent="0">
              <a:lnSpc>
                <a:spcPct val="90000"/>
              </a:lnSpc>
              <a:spcBef>
                <a:spcPts val="0"/>
              </a:spcBef>
              <a:buNone/>
              <a:defRPr sz="7200" b="1">
                <a:solidFill>
                  <a:schemeClr val="tx2"/>
                </a:solidFill>
              </a:defRPr>
            </a:lvl4pPr>
            <a:lvl5pPr marL="914400" indent="0">
              <a:lnSpc>
                <a:spcPct val="90000"/>
              </a:lnSpc>
              <a:spcBef>
                <a:spcPts val="0"/>
              </a:spcBef>
              <a:buNone/>
              <a:defRPr sz="7200" b="1">
                <a:solidFill>
                  <a:schemeClr val="tx2"/>
                </a:solidFill>
              </a:defRPr>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10" name="Espace réservé du pied de page 3">
            <a:extLst>
              <a:ext uri="{FF2B5EF4-FFF2-40B4-BE49-F238E27FC236}">
                <a16:creationId xmlns:a16="http://schemas.microsoft.com/office/drawing/2014/main" id="{8BF9C9D6-DA86-3C40-578D-A1E0A226D24A}"/>
              </a:ext>
            </a:extLst>
          </p:cNvPr>
          <p:cNvSpPr>
            <a:spLocks noGrp="1"/>
          </p:cNvSpPr>
          <p:nvPr>
            <p:ph type="ftr" sz="quarter" idx="11"/>
          </p:nvPr>
        </p:nvSpPr>
        <p:spPr>
          <a:xfrm>
            <a:off x="533399" y="6492241"/>
            <a:ext cx="8576637" cy="365760"/>
          </a:xfrm>
          <a:prstGeom prst="rect">
            <a:avLst/>
          </a:prstGeom>
        </p:spPr>
        <p:txBody>
          <a:bodyPr rtlCol="0"/>
          <a:lstStyle/>
          <a:p>
            <a:pPr rtl="0"/>
            <a:r>
              <a:rPr lang="fr"/>
              <a:t>Titre de la présentation</a:t>
            </a:r>
            <a:endParaRPr lang="en-US"/>
          </a:p>
        </p:txBody>
      </p:sp>
      <p:sp>
        <p:nvSpPr>
          <p:cNvPr id="9" name="Espace réservé de la date 2">
            <a:extLst>
              <a:ext uri="{FF2B5EF4-FFF2-40B4-BE49-F238E27FC236}">
                <a16:creationId xmlns:a16="http://schemas.microsoft.com/office/drawing/2014/main" id="{EDDA72D8-8E1B-E9E1-BE77-CAA0A8C269FD}"/>
              </a:ext>
            </a:extLst>
          </p:cNvPr>
          <p:cNvSpPr>
            <a:spLocks noGrp="1"/>
          </p:cNvSpPr>
          <p:nvPr>
            <p:ph type="dt" sz="half" idx="10"/>
          </p:nvPr>
        </p:nvSpPr>
        <p:spPr>
          <a:xfrm>
            <a:off x="9110036" y="6492240"/>
            <a:ext cx="1891337" cy="365760"/>
          </a:xfrm>
          <a:prstGeom prst="rect">
            <a:avLst/>
          </a:prstGeom>
        </p:spPr>
        <p:txBody>
          <a:bodyPr rtlCol="0"/>
          <a:lstStyle/>
          <a:p>
            <a:pPr rtl="0"/>
            <a:r>
              <a:rPr lang="en-US"/>
              <a:t>17/09/2025</a:t>
            </a:r>
          </a:p>
        </p:txBody>
      </p:sp>
      <p:sp>
        <p:nvSpPr>
          <p:cNvPr id="11" name="Espace réservé du numéro de diapositive 4">
            <a:extLst>
              <a:ext uri="{FF2B5EF4-FFF2-40B4-BE49-F238E27FC236}">
                <a16:creationId xmlns:a16="http://schemas.microsoft.com/office/drawing/2014/main" id="{6CD685AC-8C83-2966-C687-1A563ED4E20A}"/>
              </a:ext>
            </a:extLst>
          </p:cNvPr>
          <p:cNvSpPr>
            <a:spLocks noGrp="1"/>
          </p:cNvSpPr>
          <p:nvPr>
            <p:ph type="sldNum" sz="quarter" idx="12"/>
          </p:nvPr>
        </p:nvSpPr>
        <p:spPr>
          <a:xfrm>
            <a:off x="10995976" y="6492241"/>
            <a:ext cx="662623" cy="365760"/>
          </a:xfrm>
          <a:prstGeom prst="rect">
            <a:avLst/>
          </a:prstGeom>
        </p:spPr>
        <p:txBody>
          <a:bodyPr rtlCol="0"/>
          <a:lstStyle/>
          <a:p>
            <a:pPr rtl="0"/>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16013958-6C87-60CF-9219-2BB1A3A4CCA8}"/>
              </a:ext>
            </a:extLst>
          </p:cNvPr>
          <p:cNvSpPr/>
          <p:nvPr userDrawn="1"/>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ctangle 3">
            <a:extLst>
              <a:ext uri="{FF2B5EF4-FFF2-40B4-BE49-F238E27FC236}">
                <a16:creationId xmlns:a16="http://schemas.microsoft.com/office/drawing/2014/main" id="{7F72B8EA-56EE-EDC6-509C-908732AAD241}"/>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6744816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Énoncé 3">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rtlCol="0"/>
          <a:lstStyle>
            <a:lvl1pPr>
              <a:defRPr>
                <a:solidFill>
                  <a:schemeClr val="tx1"/>
                </a:solidFill>
              </a:defRPr>
            </a:lvl1pPr>
          </a:lstStyle>
          <a:p>
            <a:pPr rtl="0"/>
            <a:r>
              <a:rPr lang="fr"/>
              <a:t>Modifiez le style du titre</a:t>
            </a:r>
          </a:p>
        </p:txBody>
      </p:sp>
      <p:sp>
        <p:nvSpPr>
          <p:cNvPr id="8" name="Espace réservé du contenu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533398" y="1016955"/>
            <a:ext cx="11125201" cy="4782312"/>
          </a:xfrm>
          <a:prstGeom prst="rect">
            <a:avLst/>
          </a:prstGeom>
        </p:spPr>
        <p:txBody>
          <a:bodyPr rtlCol="0" anchor="b">
            <a:noAutofit/>
          </a:bodyPr>
          <a:lstStyle>
            <a:lvl1pPr marL="0" indent="0">
              <a:lnSpc>
                <a:spcPct val="90000"/>
              </a:lnSpc>
              <a:spcBef>
                <a:spcPts val="0"/>
              </a:spcBef>
              <a:buNone/>
              <a:defRPr sz="7200" b="1">
                <a:solidFill>
                  <a:schemeClr val="bg1"/>
                </a:solidFill>
              </a:defRPr>
            </a:lvl1pPr>
            <a:lvl2pPr marL="228600" indent="0">
              <a:lnSpc>
                <a:spcPct val="90000"/>
              </a:lnSpc>
              <a:spcBef>
                <a:spcPts val="0"/>
              </a:spcBef>
              <a:buNone/>
              <a:defRPr sz="7200" b="1">
                <a:solidFill>
                  <a:schemeClr val="bg1"/>
                </a:solidFill>
              </a:defRPr>
            </a:lvl2pPr>
            <a:lvl3pPr marL="457200" indent="0">
              <a:lnSpc>
                <a:spcPct val="90000"/>
              </a:lnSpc>
              <a:spcBef>
                <a:spcPts val="0"/>
              </a:spcBef>
              <a:buNone/>
              <a:defRPr sz="7200" b="1">
                <a:solidFill>
                  <a:schemeClr val="bg1"/>
                </a:solidFill>
              </a:defRPr>
            </a:lvl3pPr>
            <a:lvl4pPr marL="685800" indent="0">
              <a:lnSpc>
                <a:spcPct val="90000"/>
              </a:lnSpc>
              <a:spcBef>
                <a:spcPts val="0"/>
              </a:spcBef>
              <a:buNone/>
              <a:defRPr sz="7200" b="1">
                <a:solidFill>
                  <a:schemeClr val="bg1"/>
                </a:solidFill>
              </a:defRPr>
            </a:lvl4pPr>
            <a:lvl5pPr marL="914400" indent="0">
              <a:lnSpc>
                <a:spcPct val="90000"/>
              </a:lnSpc>
              <a:spcBef>
                <a:spcPts val="0"/>
              </a:spcBef>
              <a:buNone/>
              <a:defRPr sz="7200" b="1">
                <a:solidFill>
                  <a:schemeClr val="bg1"/>
                </a:solidFill>
              </a:defRPr>
            </a:lvl5pPr>
          </a:lstStyle>
          <a:p>
            <a:pPr lvl="0" rtl="0"/>
            <a:r>
              <a:rPr lang="fr"/>
              <a:t>Cliquez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1"/>
            <a:ext cx="8576637" cy="365760"/>
          </a:xfrm>
          <a:prstGeom prst="rect">
            <a:avLst/>
          </a:prstGeom>
        </p:spPr>
        <p:txBody>
          <a:bodyPr rtlCol="0"/>
          <a:lstStyle>
            <a:lvl1pPr>
              <a:defRPr>
                <a:solidFill>
                  <a:schemeClr val="bg1"/>
                </a:solidFill>
              </a:defRPr>
            </a:lvl1pPr>
          </a:lstStyle>
          <a:p>
            <a:pPr rtl="0"/>
            <a:r>
              <a:rPr lang="fr"/>
              <a:t>Titre de la présentation</a:t>
            </a:r>
            <a:endParaRPr lang="en-US"/>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40"/>
            <a:ext cx="1878955" cy="365760"/>
          </a:xfrm>
          <a:prstGeom prst="rect">
            <a:avLst/>
          </a:prstGeom>
        </p:spPr>
        <p:txBody>
          <a:bodyPr rtlCol="0"/>
          <a:lstStyle>
            <a:lvl1pPr>
              <a:defRPr>
                <a:solidFill>
                  <a:schemeClr val="bg1"/>
                </a:solidFill>
              </a:defRPr>
            </a:lvl1pPr>
          </a:lstStyle>
          <a:p>
            <a:pPr rtl="0"/>
            <a:r>
              <a:rPr lang="en-US"/>
              <a:t>17/09/2025</a:t>
            </a:r>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88996" y="6492241"/>
            <a:ext cx="669603" cy="365760"/>
          </a:xfrm>
          <a:prstGeom prst="rect">
            <a:avLst/>
          </a:prstGeom>
        </p:spPr>
        <p:txBody>
          <a:bodyPr rtlCol="0"/>
          <a:lstStyle>
            <a:lvl1pPr>
              <a:defRPr>
                <a:solidFill>
                  <a:schemeClr val="bg1"/>
                </a:solidFill>
              </a:defRPr>
            </a:lvl1pPr>
          </a:lstStyle>
          <a:p>
            <a:pPr rtl="0"/>
            <a:fld id="{AEAA3239-9EA4-4A65-A281-97F994456D9F}" type="slidenum">
              <a:rPr lang="en-US" smtClean="0"/>
              <a:pPr rtl="0"/>
              <a:t>‹#›</a:t>
            </a:fld>
            <a:endParaRPr lang="en-US"/>
          </a:p>
        </p:txBody>
      </p:sp>
      <p:sp>
        <p:nvSpPr>
          <p:cNvPr id="6" name="Rectangle 5">
            <a:extLst>
              <a:ext uri="{FF2B5EF4-FFF2-40B4-BE49-F238E27FC236}">
                <a16:creationId xmlns:a16="http://schemas.microsoft.com/office/drawing/2014/main" id="{CDEEA900-0D70-4D93-7863-89A4085C93C9}"/>
              </a:ext>
            </a:extLst>
          </p:cNvPr>
          <p:cNvSpPr/>
          <p:nvPr userDrawn="1"/>
        </p:nvSpPr>
        <p:spPr>
          <a:xfrm>
            <a:off x="634029" y="570037"/>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ctangle 6">
            <a:extLst>
              <a:ext uri="{FF2B5EF4-FFF2-40B4-BE49-F238E27FC236}">
                <a16:creationId xmlns:a16="http://schemas.microsoft.com/office/drawing/2014/main" id="{B6174C4B-8932-8749-0D17-218307FD761A}"/>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2391315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itation">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2FA0A-1F7B-DD41-ECED-02B60BC46B10}"/>
              </a:ext>
            </a:extLst>
          </p:cNvPr>
          <p:cNvSpPr>
            <a:spLocks noGrp="1"/>
          </p:cNvSpPr>
          <p:nvPr>
            <p:ph type="title" hasCustomPrompt="1"/>
          </p:nvPr>
        </p:nvSpPr>
        <p:spPr>
          <a:xfrm>
            <a:off x="3467745" y="5216204"/>
            <a:ext cx="8190855" cy="640080"/>
          </a:xfrm>
          <a:prstGeom prst="rect">
            <a:avLst/>
          </a:prstGeom>
        </p:spPr>
        <p:txBody>
          <a:bodyPr rtlCol="0" anchor="b">
            <a:normAutofit/>
          </a:bodyPr>
          <a:lstStyle>
            <a:lvl1pPr>
              <a:lnSpc>
                <a:spcPct val="120000"/>
              </a:lnSpc>
              <a:defRPr sz="2000" spc="0">
                <a:solidFill>
                  <a:schemeClr val="tx2"/>
                </a:solidFill>
                <a:latin typeface="Arial" panose="020B0604020202020204" pitchFamily="34" charset="0"/>
                <a:cs typeface="Arial" panose="020B0604020202020204" pitchFamily="34" charset="0"/>
              </a:defRPr>
            </a:lvl1pPr>
          </a:lstStyle>
          <a:p>
            <a:pPr rtl="0"/>
            <a:r>
              <a:rPr lang="fr"/>
              <a:t>Auteur de la citation</a:t>
            </a:r>
          </a:p>
        </p:txBody>
      </p:sp>
      <p:sp>
        <p:nvSpPr>
          <p:cNvPr id="7" name="Espace réservé du conten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8" y="1016954"/>
            <a:ext cx="11125201" cy="3711571"/>
          </a:xfrm>
          <a:prstGeom prst="rect">
            <a:avLst/>
          </a:prstGeom>
        </p:spPr>
        <p:txBody>
          <a:bodyPr rtlCol="0"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rtl="0"/>
            <a:r>
              <a:rPr lang="fr"/>
              <a:t>Cliquer pour ajouter une citation</a:t>
            </a:r>
          </a:p>
        </p:txBody>
      </p:sp>
      <p:sp>
        <p:nvSpPr>
          <p:cNvPr id="4" name="Espace réservé du pied de page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rtlCol="0"/>
          <a:lstStyle/>
          <a:p>
            <a:pPr rtl="0"/>
            <a:r>
              <a:rPr lang="fr"/>
              <a:t>Titre de la présentation</a:t>
            </a:r>
          </a:p>
        </p:txBody>
      </p:sp>
      <p:sp>
        <p:nvSpPr>
          <p:cNvPr id="3" name="Espace réservé de la date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61" cy="365760"/>
          </a:xfrm>
          <a:prstGeom prst="rect">
            <a:avLst/>
          </a:prstGeom>
        </p:spPr>
        <p:txBody>
          <a:bodyPr rtlCol="0"/>
          <a:lstStyle/>
          <a:p>
            <a:pPr rtl="0"/>
            <a:r>
              <a:rPr lang="en-US"/>
              <a:t>17/09/2025</a:t>
            </a:r>
          </a:p>
        </p:txBody>
      </p:sp>
      <p:sp>
        <p:nvSpPr>
          <p:cNvPr id="5" name="Espace réservé du numéro de diapositive 4">
            <a:extLst>
              <a:ext uri="{FF2B5EF4-FFF2-40B4-BE49-F238E27FC236}">
                <a16:creationId xmlns:a16="http://schemas.microsoft.com/office/drawing/2014/main" id="{C6EAECF6-9F03-4C12-4BD4-4E8AE63A4F3A}"/>
              </a:ext>
            </a:extLst>
          </p:cNvPr>
          <p:cNvSpPr>
            <a:spLocks noGrp="1"/>
          </p:cNvSpPr>
          <p:nvPr>
            <p:ph type="sldNum" sz="quarter" idx="12"/>
          </p:nvPr>
        </p:nvSpPr>
        <p:spPr>
          <a:xfrm>
            <a:off x="11001368" y="6492241"/>
            <a:ext cx="657231" cy="365760"/>
          </a:xfrm>
          <a:prstGeom prst="rect">
            <a:avLst/>
          </a:prstGeom>
        </p:spPr>
        <p:txBody>
          <a:bodyPr rtlCol="0"/>
          <a:lstStyle/>
          <a:p>
            <a:pPr rtl="0"/>
            <a:fld id="{AEAA3239-9EA4-4A65-A281-97F994456D9F}" type="slidenum">
              <a:rPr lang="en-US" smtClean="0"/>
              <a:t>‹#›</a:t>
            </a:fld>
            <a:endParaRPr lang="en-US"/>
          </a:p>
        </p:txBody>
      </p:sp>
      <p:sp>
        <p:nvSpPr>
          <p:cNvPr id="34" name="Rectangle 33">
            <a:extLst>
              <a:ext uri="{FF2B5EF4-FFF2-40B4-BE49-F238E27FC236}">
                <a16:creationId xmlns:a16="http://schemas.microsoft.com/office/drawing/2014/main" id="{F22AFB11-60F0-1BFB-3EE2-25A317606ED4}"/>
              </a:ext>
            </a:extLst>
          </p:cNvPr>
          <p:cNvSpPr/>
          <p:nvPr/>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5" name="Rectangle 34">
            <a:extLst>
              <a:ext uri="{FF2B5EF4-FFF2-40B4-BE49-F238E27FC236}">
                <a16:creationId xmlns:a16="http://schemas.microsoft.com/office/drawing/2014/main" id="{3DB6C2DA-9756-1101-616C-92AE71300FD8}"/>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52748452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itation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8E449530-F624-DF0E-5783-08CE43BB9B09}"/>
              </a:ext>
            </a:extLst>
          </p:cNvPr>
          <p:cNvSpPr>
            <a:spLocks noGrp="1"/>
          </p:cNvSpPr>
          <p:nvPr>
            <p:ph type="title" hasCustomPrompt="1"/>
          </p:nvPr>
        </p:nvSpPr>
        <p:spPr>
          <a:xfrm>
            <a:off x="3450579" y="5213166"/>
            <a:ext cx="7152032" cy="654234"/>
          </a:xfrm>
        </p:spPr>
        <p:txBody>
          <a:bodyPr rtlCol="0" anchor="b">
            <a:normAutofit/>
          </a:bodyPr>
          <a:lstStyle>
            <a:lvl1pPr>
              <a:defRPr sz="2000">
                <a:solidFill>
                  <a:schemeClr val="bg2"/>
                </a:solidFill>
              </a:defRPr>
            </a:lvl1pPr>
          </a:lstStyle>
          <a:p>
            <a:pPr rtl="0"/>
            <a:r>
              <a:rPr lang="fr"/>
              <a:t>Auteur de la citation</a:t>
            </a:r>
          </a:p>
        </p:txBody>
      </p:sp>
      <p:sp>
        <p:nvSpPr>
          <p:cNvPr id="7" name="Espace réservé du conten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64629" y="1016955"/>
            <a:ext cx="9037983" cy="3361830"/>
          </a:xfrm>
          <a:prstGeom prst="rect">
            <a:avLst/>
          </a:prstGeom>
        </p:spPr>
        <p:txBody>
          <a:bodyPr rtlCol="0" anchor="t">
            <a:normAutofit/>
          </a:bodyPr>
          <a:lstStyle>
            <a:lvl1pPr marL="164592" indent="-164592">
              <a:lnSpc>
                <a:spcPct val="90000"/>
              </a:lnSpc>
              <a:spcBef>
                <a:spcPts val="0"/>
              </a:spcBef>
              <a:buNone/>
              <a:defRPr sz="7200">
                <a:solidFill>
                  <a:schemeClr val="bg2"/>
                </a:solidFill>
                <a:latin typeface="Arial" panose="020B0604020202020204" pitchFamily="34" charset="0"/>
                <a:cs typeface="Arial" panose="020B0604020202020204" pitchFamily="34" charset="0"/>
              </a:defRPr>
            </a:lvl1pPr>
          </a:lstStyle>
          <a:p>
            <a:pPr lvl="0" rtl="0"/>
            <a:r>
              <a:rPr lang="fr"/>
              <a:t>Cliquez pour ajouter une citation</a:t>
            </a:r>
          </a:p>
        </p:txBody>
      </p:sp>
      <p:sp>
        <p:nvSpPr>
          <p:cNvPr id="4" name="Espace réservé du pied de page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rtlCol="0"/>
          <a:lstStyle>
            <a:lvl1pPr>
              <a:defRPr>
                <a:solidFill>
                  <a:schemeClr val="bg2"/>
                </a:solidFill>
              </a:defRPr>
            </a:lvl1pPr>
          </a:lstStyle>
          <a:p>
            <a:pPr rtl="0"/>
            <a:r>
              <a:rPr lang="fr"/>
              <a:t>Titre de la présentation</a:t>
            </a:r>
          </a:p>
        </p:txBody>
      </p:sp>
      <p:sp>
        <p:nvSpPr>
          <p:cNvPr id="3" name="Espace réservé de la date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55" cy="365760"/>
          </a:xfrm>
          <a:prstGeom prst="rect">
            <a:avLst/>
          </a:prstGeom>
        </p:spPr>
        <p:txBody>
          <a:bodyPr rtlCol="0"/>
          <a:lstStyle>
            <a:lvl1pPr>
              <a:defRPr>
                <a:solidFill>
                  <a:schemeClr val="bg2"/>
                </a:solidFill>
              </a:defRPr>
            </a:lvl1pPr>
          </a:lstStyle>
          <a:p>
            <a:pPr rtl="0"/>
            <a:r>
              <a:rPr lang="en-US"/>
              <a:t>17/09/2025</a:t>
            </a:r>
          </a:p>
        </p:txBody>
      </p:sp>
      <p:sp>
        <p:nvSpPr>
          <p:cNvPr id="5" name="Espace réservé du numéro de diapositive 4">
            <a:extLst>
              <a:ext uri="{FF2B5EF4-FFF2-40B4-BE49-F238E27FC236}">
                <a16:creationId xmlns:a16="http://schemas.microsoft.com/office/drawing/2014/main" id="{C6EAECF6-9F03-4C12-4BD4-4E8AE63A4F3A}"/>
              </a:ext>
            </a:extLst>
          </p:cNvPr>
          <p:cNvSpPr>
            <a:spLocks noGrp="1"/>
          </p:cNvSpPr>
          <p:nvPr>
            <p:ph type="sldNum" sz="quarter" idx="12"/>
          </p:nvPr>
        </p:nvSpPr>
        <p:spPr>
          <a:xfrm>
            <a:off x="10988996" y="6492239"/>
            <a:ext cx="669603" cy="365762"/>
          </a:xfrm>
          <a:prstGeom prst="rect">
            <a:avLst/>
          </a:prstGeom>
        </p:spPr>
        <p:txBody>
          <a:bodyPr rtlCol="0"/>
          <a:lstStyle>
            <a:lvl1pPr>
              <a:defRPr>
                <a:solidFill>
                  <a:schemeClr val="bg2"/>
                </a:solidFill>
              </a:defRPr>
            </a:lvl1pPr>
          </a:lstStyle>
          <a:p>
            <a:pPr rtl="0"/>
            <a:fld id="{AEAA3239-9EA4-4A65-A281-97F994456D9F}" type="slidenum">
              <a:rPr lang="en-US" smtClean="0"/>
              <a:pPr rtl="0"/>
              <a:t>‹#›</a:t>
            </a:fld>
            <a:endParaRPr lang="en-US"/>
          </a:p>
        </p:txBody>
      </p:sp>
      <p:sp>
        <p:nvSpPr>
          <p:cNvPr id="34" name="Rectangle 33">
            <a:extLst>
              <a:ext uri="{FF2B5EF4-FFF2-40B4-BE49-F238E27FC236}">
                <a16:creationId xmlns:a16="http://schemas.microsoft.com/office/drawing/2014/main" id="{4DFFCFBA-7D7E-58B0-8630-FC532477B231}"/>
              </a:ext>
            </a:extLst>
          </p:cNvPr>
          <p:cNvSpPr/>
          <p:nvPr/>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5" name="Rectangle 34">
            <a:extLst>
              <a:ext uri="{FF2B5EF4-FFF2-40B4-BE49-F238E27FC236}">
                <a16:creationId xmlns:a16="http://schemas.microsoft.com/office/drawing/2014/main" id="{C7ABCBB3-5444-1C63-982A-1A2C44851352}"/>
              </a:ext>
            </a:extLst>
          </p:cNvPr>
          <p:cNvSpPr/>
          <p:nvPr/>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025600042"/>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itation 3">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F3911537-9B2D-3AC3-4978-FFAA74E6CB17}"/>
              </a:ext>
            </a:extLst>
          </p:cNvPr>
          <p:cNvSpPr>
            <a:spLocks noGrp="1"/>
          </p:cNvSpPr>
          <p:nvPr>
            <p:ph type="title" hasCustomPrompt="1"/>
          </p:nvPr>
        </p:nvSpPr>
        <p:spPr>
          <a:xfrm>
            <a:off x="5900118" y="5472201"/>
            <a:ext cx="5758481" cy="385039"/>
          </a:xfrm>
        </p:spPr>
        <p:txBody>
          <a:bodyPr rtlCol="0" anchor="b">
            <a:normAutofit/>
          </a:bodyPr>
          <a:lstStyle>
            <a:lvl1pPr>
              <a:defRPr sz="2000">
                <a:solidFill>
                  <a:schemeClr val="tx1"/>
                </a:solidFill>
              </a:defRPr>
            </a:lvl1pPr>
          </a:lstStyle>
          <a:p>
            <a:pPr rtl="0"/>
            <a:r>
              <a:rPr lang="fr"/>
              <a:t>Auteur de la citation</a:t>
            </a:r>
          </a:p>
        </p:txBody>
      </p:sp>
      <p:sp>
        <p:nvSpPr>
          <p:cNvPr id="7" name="Espace réservé du conten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1016954"/>
            <a:ext cx="8576637" cy="4089489"/>
          </a:xfrm>
          <a:prstGeom prst="rect">
            <a:avLst/>
          </a:prstGeom>
        </p:spPr>
        <p:txBody>
          <a:bodyPr rtlCol="0"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rtl="0"/>
            <a:r>
              <a:rPr lang="fr"/>
              <a:t>Cliquez pour ajouter une citation</a:t>
            </a:r>
          </a:p>
        </p:txBody>
      </p:sp>
      <p:sp>
        <p:nvSpPr>
          <p:cNvPr id="4" name="Espace réservé du pied de page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rtlCol="0"/>
          <a:lstStyle/>
          <a:p>
            <a:pPr rtl="0"/>
            <a:r>
              <a:rPr lang="fr"/>
              <a:t>Titre de la présentation</a:t>
            </a:r>
            <a:endParaRPr lang="en-US"/>
          </a:p>
        </p:txBody>
      </p:sp>
      <p:sp>
        <p:nvSpPr>
          <p:cNvPr id="3" name="Espace réservé de la date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91337" cy="365760"/>
          </a:xfrm>
          <a:prstGeom prst="rect">
            <a:avLst/>
          </a:prstGeom>
        </p:spPr>
        <p:txBody>
          <a:bodyPr rtlCol="0"/>
          <a:lstStyle/>
          <a:p>
            <a:pPr rtl="0"/>
            <a:r>
              <a:rPr lang="en-US"/>
              <a:t>17/09/2025</a:t>
            </a:r>
          </a:p>
        </p:txBody>
      </p:sp>
      <p:sp>
        <p:nvSpPr>
          <p:cNvPr id="5" name="Espace réservé du numéro de diapositive 4">
            <a:extLst>
              <a:ext uri="{FF2B5EF4-FFF2-40B4-BE49-F238E27FC236}">
                <a16:creationId xmlns:a16="http://schemas.microsoft.com/office/drawing/2014/main" id="{C6EAECF6-9F03-4C12-4BD4-4E8AE63A4F3A}"/>
              </a:ext>
            </a:extLst>
          </p:cNvPr>
          <p:cNvSpPr>
            <a:spLocks noGrp="1"/>
          </p:cNvSpPr>
          <p:nvPr>
            <p:ph type="sldNum" sz="quarter" idx="12"/>
          </p:nvPr>
        </p:nvSpPr>
        <p:spPr>
          <a:xfrm>
            <a:off x="10995976" y="6492241"/>
            <a:ext cx="662623" cy="365760"/>
          </a:xfrm>
          <a:prstGeom prst="rect">
            <a:avLst/>
          </a:prstGeom>
        </p:spPr>
        <p:txBody>
          <a:bodyPr rtlCol="0"/>
          <a:lstStyle/>
          <a:p>
            <a:pPr rtl="0"/>
            <a:fld id="{AEAA3239-9EA4-4A65-A281-97F994456D9F}" type="slidenum">
              <a:rPr lang="en-US" smtClean="0"/>
              <a:t>‹#›</a:t>
            </a:fld>
            <a:endParaRPr lang="en-US"/>
          </a:p>
        </p:txBody>
      </p:sp>
      <p:sp>
        <p:nvSpPr>
          <p:cNvPr id="6" name="Rectangle 5">
            <a:extLst>
              <a:ext uri="{FF2B5EF4-FFF2-40B4-BE49-F238E27FC236}">
                <a16:creationId xmlns:a16="http://schemas.microsoft.com/office/drawing/2014/main" id="{23216E38-A715-5665-7BB7-7254F2F2D693}"/>
              </a:ext>
            </a:extLst>
          </p:cNvPr>
          <p:cNvSpPr/>
          <p:nvPr userDrawn="1"/>
        </p:nvSpPr>
        <p:spPr>
          <a:xfrm>
            <a:off x="5900118" y="6155910"/>
            <a:ext cx="6279500"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056535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eux contenus">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3398" y="1016956"/>
            <a:ext cx="11125201" cy="731520"/>
          </a:xfrm>
          <a:prstGeom prst="rect">
            <a:avLst/>
          </a:prstGeom>
        </p:spPr>
        <p:txBody>
          <a:bodyPr rtlCol="0" anchor="t"/>
          <a:lstStyle>
            <a:lvl1pPr>
              <a:defRPr cap="all" baseline="0"/>
            </a:lvl1pPr>
          </a:lstStyle>
          <a:p>
            <a:pPr rtl="0"/>
            <a:r>
              <a:rPr lang="fr"/>
              <a:t>Modifiez le style du titre</a:t>
            </a:r>
          </a:p>
        </p:txBody>
      </p:sp>
      <p:sp>
        <p:nvSpPr>
          <p:cNvPr id="37" name="Espace réservé du contenu 5">
            <a:extLst>
              <a:ext uri="{FF2B5EF4-FFF2-40B4-BE49-F238E27FC236}">
                <a16:creationId xmlns:a16="http://schemas.microsoft.com/office/drawing/2014/main" id="{2D30AC1E-99F3-1176-72D1-F6FF258E3075}"/>
              </a:ext>
            </a:extLst>
          </p:cNvPr>
          <p:cNvSpPr>
            <a:spLocks noGrp="1"/>
          </p:cNvSpPr>
          <p:nvPr>
            <p:ph sz="quarter" idx="15"/>
          </p:nvPr>
        </p:nvSpPr>
        <p:spPr>
          <a:xfrm>
            <a:off x="533399" y="1883248"/>
            <a:ext cx="5075238" cy="4339752"/>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38" name="Espace réservé du contenu 11">
            <a:extLst>
              <a:ext uri="{FF2B5EF4-FFF2-40B4-BE49-F238E27FC236}">
                <a16:creationId xmlns:a16="http://schemas.microsoft.com/office/drawing/2014/main" id="{54CE6F64-34A4-5E4B-21B9-E65B60D60DF7}"/>
              </a:ext>
            </a:extLst>
          </p:cNvPr>
          <p:cNvSpPr>
            <a:spLocks noGrp="1"/>
          </p:cNvSpPr>
          <p:nvPr>
            <p:ph sz="quarter" idx="16"/>
          </p:nvPr>
        </p:nvSpPr>
        <p:spPr>
          <a:xfrm>
            <a:off x="6583043" y="1883248"/>
            <a:ext cx="5075556" cy="4339752"/>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92241"/>
            <a:ext cx="8576637" cy="365760"/>
          </a:xfrm>
          <a:prstGeom prst="rect">
            <a:avLst/>
          </a:prstGeom>
        </p:spPr>
        <p:txBody>
          <a:bodyPr rtlCol="0"/>
          <a:lstStyle/>
          <a:p>
            <a:pPr rtl="0"/>
            <a:r>
              <a:rPr lang="fr"/>
              <a:t>Titre de la présentation</a:t>
            </a:r>
            <a:endParaRPr lang="en-US"/>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92240"/>
            <a:ext cx="1891338" cy="365760"/>
          </a:xfrm>
          <a:prstGeom prst="rect">
            <a:avLst/>
          </a:prstGeom>
        </p:spPr>
        <p:txBody>
          <a:bodyPr rtlCol="0"/>
          <a:lstStyle/>
          <a:p>
            <a:pPr rtl="0"/>
            <a:r>
              <a:rPr lang="en-US"/>
              <a:t>17/09/2025</a:t>
            </a:r>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92239"/>
            <a:ext cx="662624" cy="365761"/>
          </a:xfrm>
          <a:prstGeom prst="rect">
            <a:avLst/>
          </a:prstGeom>
        </p:spPr>
        <p:txBody>
          <a:bodyPr rtlCol="0"/>
          <a:lstStyle/>
          <a:p>
            <a:pPr rtl="0"/>
            <a:fld id="{AEAA3239-9EA4-4A65-A281-97F994456D9F}" type="slidenum">
              <a:rPr lang="en-US" smtClean="0"/>
              <a:t>‹#›</a:t>
            </a:fld>
            <a:endParaRPr lang="en-US"/>
          </a:p>
        </p:txBody>
      </p:sp>
      <p:sp>
        <p:nvSpPr>
          <p:cNvPr id="8" name="Rectangle 7">
            <a:extLst>
              <a:ext uri="{FF2B5EF4-FFF2-40B4-BE49-F238E27FC236}">
                <a16:creationId xmlns:a16="http://schemas.microsoft.com/office/drawing/2014/main" id="{B0DF6D21-8591-4FB9-5FF0-44B10800DC79}"/>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Rectangle 8">
            <a:extLst>
              <a:ext uri="{FF2B5EF4-FFF2-40B4-BE49-F238E27FC236}">
                <a16:creationId xmlns:a16="http://schemas.microsoft.com/office/drawing/2014/main" id="{7A7345B5-8AF1-C46D-5FB8-FF298EC5943D}"/>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42481821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raison">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FEE969-634D-6E32-D227-18E9282C6F9E}"/>
              </a:ext>
            </a:extLst>
          </p:cNvPr>
          <p:cNvSpPr>
            <a:spLocks noGrp="1"/>
          </p:cNvSpPr>
          <p:nvPr>
            <p:ph type="title"/>
          </p:nvPr>
        </p:nvSpPr>
        <p:spPr>
          <a:xfrm>
            <a:off x="533398" y="1016955"/>
            <a:ext cx="11125201" cy="731520"/>
          </a:xfrm>
          <a:prstGeom prst="rect">
            <a:avLst/>
          </a:prstGeom>
        </p:spPr>
        <p:txBody>
          <a:bodyPr rtlCol="0" anchor="t"/>
          <a:lstStyle>
            <a:lvl1pPr>
              <a:defRPr cap="all" baseline="0"/>
            </a:lvl1pPr>
          </a:lstStyle>
          <a:p>
            <a:pPr rtl="0"/>
            <a:r>
              <a:rPr lang="fr"/>
              <a:t>Modifiez le style du titre</a:t>
            </a:r>
          </a:p>
        </p:txBody>
      </p:sp>
      <p:sp>
        <p:nvSpPr>
          <p:cNvPr id="3" name="Espace réservé du texte 2">
            <a:extLst>
              <a:ext uri="{FF2B5EF4-FFF2-40B4-BE49-F238E27FC236}">
                <a16:creationId xmlns:a16="http://schemas.microsoft.com/office/drawing/2014/main" id="{61CD26D4-290A-F0ED-7D62-41EDA6FEC2B9}"/>
              </a:ext>
            </a:extLst>
          </p:cNvPr>
          <p:cNvSpPr>
            <a:spLocks noGrp="1"/>
          </p:cNvSpPr>
          <p:nvPr>
            <p:ph type="body" idx="1"/>
          </p:nvPr>
        </p:nvSpPr>
        <p:spPr>
          <a:xfrm>
            <a:off x="533399" y="1883248"/>
            <a:ext cx="5074920" cy="375613"/>
          </a:xfrm>
          <a:prstGeom prst="rect">
            <a:avLst/>
          </a:prstGeom>
        </p:spPr>
        <p:txBody>
          <a:bodyPr rtlCol="0"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a:t>Modifiez les styles du texte</a:t>
            </a:r>
          </a:p>
        </p:txBody>
      </p:sp>
      <p:sp>
        <p:nvSpPr>
          <p:cNvPr id="6" name="Espace réservé du contenu 5">
            <a:extLst>
              <a:ext uri="{FF2B5EF4-FFF2-40B4-BE49-F238E27FC236}">
                <a16:creationId xmlns:a16="http://schemas.microsoft.com/office/drawing/2014/main" id="{5776AAF7-C632-FCD0-6A60-E0EA4A52F229}"/>
              </a:ext>
            </a:extLst>
          </p:cNvPr>
          <p:cNvSpPr>
            <a:spLocks noGrp="1"/>
          </p:cNvSpPr>
          <p:nvPr>
            <p:ph sz="quarter" idx="15"/>
          </p:nvPr>
        </p:nvSpPr>
        <p:spPr>
          <a:xfrm>
            <a:off x="533399" y="2444434"/>
            <a:ext cx="5075238" cy="3778566"/>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texte 4">
            <a:extLst>
              <a:ext uri="{FF2B5EF4-FFF2-40B4-BE49-F238E27FC236}">
                <a16:creationId xmlns:a16="http://schemas.microsoft.com/office/drawing/2014/main" id="{06536620-C4F3-EEC3-DBF1-05196B1CBB55}"/>
              </a:ext>
            </a:extLst>
          </p:cNvPr>
          <p:cNvSpPr>
            <a:spLocks noGrp="1"/>
          </p:cNvSpPr>
          <p:nvPr>
            <p:ph type="body" sz="quarter" idx="3"/>
          </p:nvPr>
        </p:nvSpPr>
        <p:spPr>
          <a:xfrm>
            <a:off x="6583679" y="1883247"/>
            <a:ext cx="5074920" cy="375613"/>
          </a:xfrm>
          <a:prstGeom prst="rect">
            <a:avLst/>
          </a:prstGeom>
        </p:spPr>
        <p:txBody>
          <a:bodyPr rtlCol="0"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a:t>Modifiez les styles du texte</a:t>
            </a:r>
          </a:p>
        </p:txBody>
      </p:sp>
      <p:sp>
        <p:nvSpPr>
          <p:cNvPr id="12" name="Espace réservé du contenu 11">
            <a:extLst>
              <a:ext uri="{FF2B5EF4-FFF2-40B4-BE49-F238E27FC236}">
                <a16:creationId xmlns:a16="http://schemas.microsoft.com/office/drawing/2014/main" id="{CD998360-6973-27D8-8B08-ACAE10572B32}"/>
              </a:ext>
            </a:extLst>
          </p:cNvPr>
          <p:cNvSpPr>
            <a:spLocks noGrp="1"/>
          </p:cNvSpPr>
          <p:nvPr>
            <p:ph sz="quarter" idx="16"/>
          </p:nvPr>
        </p:nvSpPr>
        <p:spPr>
          <a:xfrm>
            <a:off x="6583043" y="2444434"/>
            <a:ext cx="5075556" cy="3778566"/>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8" name="Espace réservé du pied de page 7">
            <a:extLst>
              <a:ext uri="{FF2B5EF4-FFF2-40B4-BE49-F238E27FC236}">
                <a16:creationId xmlns:a16="http://schemas.microsoft.com/office/drawing/2014/main" id="{949D76D8-9033-26CF-BF4C-AECCC685C177}"/>
              </a:ext>
            </a:extLst>
          </p:cNvPr>
          <p:cNvSpPr>
            <a:spLocks noGrp="1"/>
          </p:cNvSpPr>
          <p:nvPr>
            <p:ph type="ftr" sz="quarter" idx="11"/>
          </p:nvPr>
        </p:nvSpPr>
        <p:spPr>
          <a:xfrm>
            <a:off x="533399" y="6492241"/>
            <a:ext cx="8576637" cy="365760"/>
          </a:xfrm>
          <a:prstGeom prst="rect">
            <a:avLst/>
          </a:prstGeom>
        </p:spPr>
        <p:txBody>
          <a:bodyPr rtlCol="0"/>
          <a:lstStyle/>
          <a:p>
            <a:pPr rtl="0"/>
            <a:r>
              <a:rPr lang="fr"/>
              <a:t>Titre de la présentation</a:t>
            </a:r>
            <a:endParaRPr lang="en-US"/>
          </a:p>
        </p:txBody>
      </p:sp>
      <p:sp>
        <p:nvSpPr>
          <p:cNvPr id="7" name="Espace réservé de la date 6">
            <a:extLst>
              <a:ext uri="{FF2B5EF4-FFF2-40B4-BE49-F238E27FC236}">
                <a16:creationId xmlns:a16="http://schemas.microsoft.com/office/drawing/2014/main" id="{4E3B3581-658A-8487-F9CB-E79F2BFF27E4}"/>
              </a:ext>
            </a:extLst>
          </p:cNvPr>
          <p:cNvSpPr>
            <a:spLocks noGrp="1"/>
          </p:cNvSpPr>
          <p:nvPr>
            <p:ph type="dt" sz="half" idx="10"/>
          </p:nvPr>
        </p:nvSpPr>
        <p:spPr>
          <a:xfrm>
            <a:off x="9110036" y="6492240"/>
            <a:ext cx="1891338" cy="365760"/>
          </a:xfrm>
          <a:prstGeom prst="rect">
            <a:avLst/>
          </a:prstGeom>
        </p:spPr>
        <p:txBody>
          <a:bodyPr rtlCol="0"/>
          <a:lstStyle/>
          <a:p>
            <a:pPr rtl="0"/>
            <a:r>
              <a:rPr lang="en-US"/>
              <a:t>17/09/2025</a:t>
            </a:r>
          </a:p>
        </p:txBody>
      </p:sp>
      <p:sp>
        <p:nvSpPr>
          <p:cNvPr id="9" name="Espace réservé du numéro de diapositive 8">
            <a:extLst>
              <a:ext uri="{FF2B5EF4-FFF2-40B4-BE49-F238E27FC236}">
                <a16:creationId xmlns:a16="http://schemas.microsoft.com/office/drawing/2014/main" id="{E02A06B8-CC1D-542F-D8EB-7625046B91D2}"/>
              </a:ext>
            </a:extLst>
          </p:cNvPr>
          <p:cNvSpPr>
            <a:spLocks noGrp="1"/>
          </p:cNvSpPr>
          <p:nvPr>
            <p:ph type="sldNum" sz="quarter" idx="12"/>
          </p:nvPr>
        </p:nvSpPr>
        <p:spPr>
          <a:xfrm>
            <a:off x="11001374" y="6492241"/>
            <a:ext cx="657226" cy="365760"/>
          </a:xfrm>
          <a:prstGeom prst="rect">
            <a:avLst/>
          </a:prstGeom>
        </p:spPr>
        <p:txBody>
          <a:bodyPr rtlCol="0"/>
          <a:lstStyle/>
          <a:p>
            <a:pPr rtl="0"/>
            <a:fld id="{AEAA3239-9EA4-4A65-A281-97F994456D9F}" type="slidenum">
              <a:rPr lang="en-US" smtClean="0"/>
              <a:t>‹#›</a:t>
            </a:fld>
            <a:endParaRPr lang="en-US"/>
          </a:p>
        </p:txBody>
      </p:sp>
      <p:sp>
        <p:nvSpPr>
          <p:cNvPr id="37" name="Rectangle 36">
            <a:extLst>
              <a:ext uri="{FF2B5EF4-FFF2-40B4-BE49-F238E27FC236}">
                <a16:creationId xmlns:a16="http://schemas.microsoft.com/office/drawing/2014/main" id="{AB0A7ECD-2835-13DC-1392-DC6E9D6B14EE}"/>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8" name="Rectangle 37">
            <a:extLst>
              <a:ext uri="{FF2B5EF4-FFF2-40B4-BE49-F238E27FC236}">
                <a16:creationId xmlns:a16="http://schemas.microsoft.com/office/drawing/2014/main" id="{33FF6D6A-BF5E-8499-2E05-993B26BA4977}"/>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7794837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re uniquem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6A9F42-7FF7-F803-C075-BC4968D35E34}"/>
              </a:ext>
            </a:extLst>
          </p:cNvPr>
          <p:cNvSpPr>
            <a:spLocks noGrp="1"/>
          </p:cNvSpPr>
          <p:nvPr>
            <p:ph type="title"/>
          </p:nvPr>
        </p:nvSpPr>
        <p:spPr>
          <a:xfrm>
            <a:off x="533398" y="1016955"/>
            <a:ext cx="11125201" cy="1112519"/>
          </a:xfrm>
          <a:prstGeom prst="rect">
            <a:avLst/>
          </a:prstGeom>
        </p:spPr>
        <p:txBody>
          <a:bodyPr rtlCol="0" anchor="t"/>
          <a:lstStyle>
            <a:lvl1pPr>
              <a:defRPr cap="all" baseline="0">
                <a:solidFill>
                  <a:schemeClr val="tx2"/>
                </a:solidFill>
              </a:defRPr>
            </a:lvl1pPr>
          </a:lstStyle>
          <a:p>
            <a:pPr rtl="0"/>
            <a:r>
              <a:rPr lang="fr"/>
              <a:t>Modifiez le style du titre</a:t>
            </a:r>
          </a:p>
        </p:txBody>
      </p:sp>
      <p:sp>
        <p:nvSpPr>
          <p:cNvPr id="4" name="Espace réservé du pied de page 3">
            <a:extLst>
              <a:ext uri="{FF2B5EF4-FFF2-40B4-BE49-F238E27FC236}">
                <a16:creationId xmlns:a16="http://schemas.microsoft.com/office/drawing/2014/main" id="{6B968DDD-323F-89A1-84E3-DDBA626D9386}"/>
              </a:ext>
            </a:extLst>
          </p:cNvPr>
          <p:cNvSpPr>
            <a:spLocks noGrp="1"/>
          </p:cNvSpPr>
          <p:nvPr>
            <p:ph type="ftr" sz="quarter" idx="11"/>
          </p:nvPr>
        </p:nvSpPr>
        <p:spPr>
          <a:xfrm>
            <a:off x="533399" y="6492241"/>
            <a:ext cx="8576637" cy="365760"/>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3" name="Espace réservé de la date 2">
            <a:extLst>
              <a:ext uri="{FF2B5EF4-FFF2-40B4-BE49-F238E27FC236}">
                <a16:creationId xmlns:a16="http://schemas.microsoft.com/office/drawing/2014/main" id="{E89E8268-7232-2944-F1BD-399F9419B563}"/>
              </a:ext>
            </a:extLst>
          </p:cNvPr>
          <p:cNvSpPr>
            <a:spLocks noGrp="1"/>
          </p:cNvSpPr>
          <p:nvPr>
            <p:ph type="dt" sz="half" idx="10"/>
          </p:nvPr>
        </p:nvSpPr>
        <p:spPr>
          <a:xfrm>
            <a:off x="9110036" y="6492240"/>
            <a:ext cx="1891338" cy="365760"/>
          </a:xfrm>
          <a:prstGeom prst="rect">
            <a:avLst/>
          </a:prstGeom>
        </p:spPr>
        <p:txBody>
          <a:bodyPr rtlCol="0"/>
          <a:lstStyle>
            <a:lvl1pPr>
              <a:defRPr>
                <a:solidFill>
                  <a:schemeClr val="tx2"/>
                </a:solidFill>
              </a:defRPr>
            </a:lvl1pPr>
          </a:lstStyle>
          <a:p>
            <a:pPr rtl="0"/>
            <a:r>
              <a:rPr lang="en-US"/>
              <a:t>17/09/2025</a:t>
            </a:r>
          </a:p>
        </p:txBody>
      </p:sp>
      <p:sp>
        <p:nvSpPr>
          <p:cNvPr id="5" name="Espace réservé du numéro de diapositive 4">
            <a:extLst>
              <a:ext uri="{FF2B5EF4-FFF2-40B4-BE49-F238E27FC236}">
                <a16:creationId xmlns:a16="http://schemas.microsoft.com/office/drawing/2014/main" id="{98FBDC76-671D-1671-DCE2-D5658BD40E29}"/>
              </a:ext>
            </a:extLst>
          </p:cNvPr>
          <p:cNvSpPr>
            <a:spLocks noGrp="1"/>
          </p:cNvSpPr>
          <p:nvPr>
            <p:ph type="sldNum" sz="quarter" idx="12"/>
          </p:nvPr>
        </p:nvSpPr>
        <p:spPr>
          <a:xfrm>
            <a:off x="10995976" y="6492241"/>
            <a:ext cx="662624" cy="365760"/>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6" name="Rectangle 5">
            <a:extLst>
              <a:ext uri="{FF2B5EF4-FFF2-40B4-BE49-F238E27FC236}">
                <a16:creationId xmlns:a16="http://schemas.microsoft.com/office/drawing/2014/main" id="{D0F7BCB4-DC28-7382-4A0F-0498411C4247}"/>
              </a:ext>
            </a:extLst>
          </p:cNvPr>
          <p:cNvSpPr/>
          <p:nvPr userDrawn="1"/>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ctangle 6">
            <a:extLst>
              <a:ext uri="{FF2B5EF4-FFF2-40B4-BE49-F238E27FC236}">
                <a16:creationId xmlns:a16="http://schemas.microsoft.com/office/drawing/2014/main" id="{DB5560D8-36FC-D0D1-04BB-54F2CCBC8B5E}"/>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23062071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Vide">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10EAA6C9-A7F3-19F1-D17C-A1D83FAF553F}"/>
              </a:ext>
            </a:extLst>
          </p:cNvPr>
          <p:cNvSpPr>
            <a:spLocks noGrp="1"/>
          </p:cNvSpPr>
          <p:nvPr>
            <p:ph type="ftr" sz="quarter" idx="11"/>
          </p:nvPr>
        </p:nvSpPr>
        <p:spPr>
          <a:xfrm>
            <a:off x="533399" y="6492241"/>
            <a:ext cx="8576637" cy="365760"/>
          </a:xfrm>
          <a:prstGeom prst="rect">
            <a:avLst/>
          </a:prstGeom>
        </p:spPr>
        <p:txBody>
          <a:bodyPr rtlCol="0"/>
          <a:lstStyle/>
          <a:p>
            <a:pPr rtl="0"/>
            <a:r>
              <a:rPr lang="fr"/>
              <a:t>Titre de la présentation</a:t>
            </a:r>
            <a:endParaRPr lang="en-US"/>
          </a:p>
        </p:txBody>
      </p:sp>
      <p:sp>
        <p:nvSpPr>
          <p:cNvPr id="2" name="Espace réservé de la date 1">
            <a:extLst>
              <a:ext uri="{FF2B5EF4-FFF2-40B4-BE49-F238E27FC236}">
                <a16:creationId xmlns:a16="http://schemas.microsoft.com/office/drawing/2014/main" id="{49BC4D82-0182-501C-9231-46767680476E}"/>
              </a:ext>
            </a:extLst>
          </p:cNvPr>
          <p:cNvSpPr>
            <a:spLocks noGrp="1"/>
          </p:cNvSpPr>
          <p:nvPr>
            <p:ph type="dt" sz="half" idx="10"/>
          </p:nvPr>
        </p:nvSpPr>
        <p:spPr>
          <a:xfrm>
            <a:off x="9110036" y="6492240"/>
            <a:ext cx="1891338" cy="365760"/>
          </a:xfrm>
          <a:prstGeom prst="rect">
            <a:avLst/>
          </a:prstGeom>
        </p:spPr>
        <p:txBody>
          <a:bodyPr rtlCol="0"/>
          <a:lstStyle/>
          <a:p>
            <a:pPr rtl="0"/>
            <a:r>
              <a:rPr lang="en-US"/>
              <a:t>17/09/2025</a:t>
            </a:r>
          </a:p>
        </p:txBody>
      </p:sp>
      <p:sp>
        <p:nvSpPr>
          <p:cNvPr id="4" name="Espace réservé du numéro de diapositive 3">
            <a:extLst>
              <a:ext uri="{FF2B5EF4-FFF2-40B4-BE49-F238E27FC236}">
                <a16:creationId xmlns:a16="http://schemas.microsoft.com/office/drawing/2014/main" id="{34EBB816-1B94-116F-92D4-6043AE9E0C6B}"/>
              </a:ext>
            </a:extLst>
          </p:cNvPr>
          <p:cNvSpPr>
            <a:spLocks noGrp="1"/>
          </p:cNvSpPr>
          <p:nvPr>
            <p:ph type="sldNum" sz="quarter" idx="12"/>
          </p:nvPr>
        </p:nvSpPr>
        <p:spPr>
          <a:xfrm>
            <a:off x="11001374" y="6492241"/>
            <a:ext cx="657226" cy="365760"/>
          </a:xfrm>
          <a:prstGeom prst="rect">
            <a:avLst/>
          </a:prstGeo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406216142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50C37F-77BE-E128-4248-D001C39E79C6}"/>
              </a:ext>
            </a:extLst>
          </p:cNvPr>
          <p:cNvSpPr>
            <a:spLocks noGrp="1"/>
          </p:cNvSpPr>
          <p:nvPr>
            <p:ph type="title"/>
          </p:nvPr>
        </p:nvSpPr>
        <p:spPr>
          <a:xfrm>
            <a:off x="533398" y="1016955"/>
            <a:ext cx="3867155" cy="1757505"/>
          </a:xfrm>
          <a:prstGeom prst="rect">
            <a:avLst/>
          </a:prstGeom>
        </p:spPr>
        <p:txBody>
          <a:bodyPr rtlCol="0" anchor="t">
            <a:normAutofit/>
          </a:bodyPr>
          <a:lstStyle>
            <a:lvl1pPr>
              <a:defRPr sz="3600" cap="all" baseline="0"/>
            </a:lvl1pPr>
          </a:lstStyle>
          <a:p>
            <a:pPr rtl="0"/>
            <a:r>
              <a:rPr lang="fr"/>
              <a:t>Modifiez le style du titre</a:t>
            </a:r>
          </a:p>
        </p:txBody>
      </p:sp>
      <p:sp>
        <p:nvSpPr>
          <p:cNvPr id="4" name="Espace réservé du texte 3">
            <a:extLst>
              <a:ext uri="{FF2B5EF4-FFF2-40B4-BE49-F238E27FC236}">
                <a16:creationId xmlns:a16="http://schemas.microsoft.com/office/drawing/2014/main" id="{EC0EEBFB-2026-6A35-33ED-F008376B67A0}"/>
              </a:ext>
            </a:extLst>
          </p:cNvPr>
          <p:cNvSpPr>
            <a:spLocks noGrp="1"/>
          </p:cNvSpPr>
          <p:nvPr>
            <p:ph type="body" sz="half" idx="2"/>
          </p:nvPr>
        </p:nvSpPr>
        <p:spPr>
          <a:xfrm>
            <a:off x="533398" y="3242948"/>
            <a:ext cx="3867154" cy="3081652"/>
          </a:xfrm>
          <a:prstGeom prst="rect">
            <a:avLst/>
          </a:prstGeom>
        </p:spPr>
        <p:txBody>
          <a:bodyPr rtlCol="0" anchor="t">
            <a:normAutofit/>
          </a:bodyPr>
          <a:lstStyle>
            <a:lvl1pPr marL="0" indent="0">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u contenu 2">
            <a:extLst>
              <a:ext uri="{FF2B5EF4-FFF2-40B4-BE49-F238E27FC236}">
                <a16:creationId xmlns:a16="http://schemas.microsoft.com/office/drawing/2014/main" id="{2F3B20A8-A604-C977-02C0-083BA8663484}"/>
              </a:ext>
            </a:extLst>
          </p:cNvPr>
          <p:cNvSpPr>
            <a:spLocks noGrp="1"/>
          </p:cNvSpPr>
          <p:nvPr>
            <p:ph idx="1"/>
          </p:nvPr>
        </p:nvSpPr>
        <p:spPr>
          <a:xfrm>
            <a:off x="4962527" y="1001714"/>
            <a:ext cx="6696073" cy="5221285"/>
          </a:xfrm>
          <a:prstGeom prst="rect">
            <a:avLst/>
          </a:prstGeom>
        </p:spPr>
        <p:txBody>
          <a:bodyPr vert="horz" lIns="91440" tIns="45720" rIns="91440" bIns="45720" rtlCol="0">
            <a:normAutofit/>
          </a:bodyPr>
          <a:lstStyle>
            <a:lvl1pPr>
              <a:defRPr lang="en-US" dirty="0">
                <a:solidFill>
                  <a:schemeClr val="tx2"/>
                </a:solidFill>
              </a:defRPr>
            </a:lvl1pPr>
            <a:lvl2pPr>
              <a:defRPr lang="en-US" dirty="0">
                <a:solidFill>
                  <a:schemeClr val="tx2"/>
                </a:solidFill>
              </a:defRPr>
            </a:lvl2pPr>
            <a:lvl3pPr>
              <a:defRPr lang="en-US" dirty="0">
                <a:solidFill>
                  <a:schemeClr val="tx2"/>
                </a:solidFill>
              </a:defRPr>
            </a:lvl3pPr>
            <a:lvl4pPr>
              <a:defRPr lang="en-US" dirty="0">
                <a:solidFill>
                  <a:schemeClr val="tx2"/>
                </a:solidFill>
              </a:defRPr>
            </a:lvl4pPr>
            <a:lvl5pPr>
              <a:defRPr lang="en-US" dirty="0">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pied de page 5">
            <a:extLst>
              <a:ext uri="{FF2B5EF4-FFF2-40B4-BE49-F238E27FC236}">
                <a16:creationId xmlns:a16="http://schemas.microsoft.com/office/drawing/2014/main" id="{9C85A215-184B-2105-0279-ED02F6445831}"/>
              </a:ext>
            </a:extLst>
          </p:cNvPr>
          <p:cNvSpPr>
            <a:spLocks noGrp="1"/>
          </p:cNvSpPr>
          <p:nvPr>
            <p:ph type="ftr" sz="quarter" idx="11"/>
          </p:nvPr>
        </p:nvSpPr>
        <p:spPr>
          <a:xfrm>
            <a:off x="533399" y="6492241"/>
            <a:ext cx="8576637" cy="365760"/>
          </a:xfrm>
          <a:prstGeom prst="rect">
            <a:avLst/>
          </a:prstGeom>
        </p:spPr>
        <p:txBody>
          <a:bodyPr rtlCol="0"/>
          <a:lstStyle/>
          <a:p>
            <a:pPr rtl="0"/>
            <a:r>
              <a:rPr lang="fr"/>
              <a:t>Titre de la présentation</a:t>
            </a:r>
            <a:endParaRPr lang="en-US"/>
          </a:p>
        </p:txBody>
      </p:sp>
      <p:sp>
        <p:nvSpPr>
          <p:cNvPr id="5" name="Espace réservé de la date 4">
            <a:extLst>
              <a:ext uri="{FF2B5EF4-FFF2-40B4-BE49-F238E27FC236}">
                <a16:creationId xmlns:a16="http://schemas.microsoft.com/office/drawing/2014/main" id="{93F05638-7A56-469A-825A-1DFA600254C8}"/>
              </a:ext>
            </a:extLst>
          </p:cNvPr>
          <p:cNvSpPr>
            <a:spLocks noGrp="1"/>
          </p:cNvSpPr>
          <p:nvPr>
            <p:ph type="dt" sz="half" idx="10"/>
          </p:nvPr>
        </p:nvSpPr>
        <p:spPr>
          <a:xfrm>
            <a:off x="9110036" y="6492240"/>
            <a:ext cx="1891338" cy="365760"/>
          </a:xfrm>
          <a:prstGeom prst="rect">
            <a:avLst/>
          </a:prstGeom>
        </p:spPr>
        <p:txBody>
          <a:bodyPr rtlCol="0"/>
          <a:lstStyle/>
          <a:p>
            <a:pPr rtl="0"/>
            <a:r>
              <a:rPr lang="en-US"/>
              <a:t>17/09/2025</a:t>
            </a:r>
          </a:p>
        </p:txBody>
      </p:sp>
      <p:sp>
        <p:nvSpPr>
          <p:cNvPr id="7" name="Espace réservé du numéro de diapositive 6">
            <a:extLst>
              <a:ext uri="{FF2B5EF4-FFF2-40B4-BE49-F238E27FC236}">
                <a16:creationId xmlns:a16="http://schemas.microsoft.com/office/drawing/2014/main" id="{32C7CA46-892B-253A-3A28-7414E17B837B}"/>
              </a:ext>
            </a:extLst>
          </p:cNvPr>
          <p:cNvSpPr>
            <a:spLocks noGrp="1"/>
          </p:cNvSpPr>
          <p:nvPr>
            <p:ph type="sldNum" sz="quarter" idx="12"/>
          </p:nvPr>
        </p:nvSpPr>
        <p:spPr>
          <a:xfrm>
            <a:off x="10995976" y="6492241"/>
            <a:ext cx="662624" cy="365760"/>
          </a:xfrm>
          <a:prstGeom prst="rect">
            <a:avLst/>
          </a:prstGeom>
        </p:spPr>
        <p:txBody>
          <a:bodyPr rtlCol="0"/>
          <a:lstStyle/>
          <a:p>
            <a:pPr rtl="0"/>
            <a:fld id="{AEAA3239-9EA4-4A65-A281-97F994456D9F}" type="slidenum">
              <a:rPr lang="en-US" smtClean="0"/>
              <a:t>‹#›</a:t>
            </a:fld>
            <a:endParaRPr lang="en-US"/>
          </a:p>
        </p:txBody>
      </p:sp>
      <p:sp>
        <p:nvSpPr>
          <p:cNvPr id="37" name="Rectangle 36">
            <a:extLst>
              <a:ext uri="{FF2B5EF4-FFF2-40B4-BE49-F238E27FC236}">
                <a16:creationId xmlns:a16="http://schemas.microsoft.com/office/drawing/2014/main" id="{120561F0-CF17-B530-6961-589A8ED59092}"/>
              </a:ext>
            </a:extLst>
          </p:cNvPr>
          <p:cNvSpPr/>
          <p:nvPr/>
        </p:nvSpPr>
        <p:spPr>
          <a:xfrm>
            <a:off x="634029" y="570037"/>
            <a:ext cx="3766523"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8" name="Rectangle 37">
            <a:extLst>
              <a:ext uri="{FF2B5EF4-FFF2-40B4-BE49-F238E27FC236}">
                <a16:creationId xmlns:a16="http://schemas.microsoft.com/office/drawing/2014/main" id="{38CC40D6-7654-D186-61ED-908232C31F69}"/>
              </a:ext>
            </a:extLst>
          </p:cNvPr>
          <p:cNvSpPr/>
          <p:nvPr/>
        </p:nvSpPr>
        <p:spPr>
          <a:xfrm>
            <a:off x="4400552" y="570037"/>
            <a:ext cx="7791448"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76853762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B06A09-98CF-FAC2-3708-AECC4360C651}"/>
              </a:ext>
            </a:extLst>
          </p:cNvPr>
          <p:cNvSpPr>
            <a:spLocks noGrp="1"/>
          </p:cNvSpPr>
          <p:nvPr>
            <p:ph type="title"/>
          </p:nvPr>
        </p:nvSpPr>
        <p:spPr>
          <a:xfrm>
            <a:off x="533399" y="1016955"/>
            <a:ext cx="3486153" cy="1762083"/>
          </a:xfrm>
          <a:prstGeom prst="rect">
            <a:avLst/>
          </a:prstGeom>
        </p:spPr>
        <p:txBody>
          <a:bodyPr rtlCol="0" anchor="t">
            <a:normAutofit/>
          </a:bodyPr>
          <a:lstStyle>
            <a:lvl1pPr>
              <a:defRPr sz="3600" cap="all" baseline="0"/>
            </a:lvl1pPr>
          </a:lstStyle>
          <a:p>
            <a:pPr rtl="0"/>
            <a:r>
              <a:rPr lang="fr"/>
              <a:t>Modifiez le style du titre</a:t>
            </a:r>
          </a:p>
        </p:txBody>
      </p:sp>
      <p:sp>
        <p:nvSpPr>
          <p:cNvPr id="4" name="Espace réservé du texte 3">
            <a:extLst>
              <a:ext uri="{FF2B5EF4-FFF2-40B4-BE49-F238E27FC236}">
                <a16:creationId xmlns:a16="http://schemas.microsoft.com/office/drawing/2014/main" id="{F32C4A61-EF2A-C5A5-B150-4448600B3937}"/>
              </a:ext>
            </a:extLst>
          </p:cNvPr>
          <p:cNvSpPr>
            <a:spLocks noGrp="1"/>
          </p:cNvSpPr>
          <p:nvPr>
            <p:ph type="body" sz="half" idx="2"/>
          </p:nvPr>
        </p:nvSpPr>
        <p:spPr>
          <a:xfrm>
            <a:off x="533399" y="2991503"/>
            <a:ext cx="3486153" cy="3333097"/>
          </a:xfrm>
          <a:prstGeom prst="rect">
            <a:avLst/>
          </a:prstGeom>
        </p:spPr>
        <p:txBody>
          <a:bodyPr rtlCol="0"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image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62527" y="631580"/>
            <a:ext cx="6696073" cy="5845420"/>
          </a:xfrm>
          <a:prstGeom prst="rect">
            <a:avLst/>
          </a:prstGeom>
          <a:blipFill dpi="0" rotWithShape="1">
            <a:blip r:embed="rId2">
              <a:alphaModFix amt="60000"/>
            </a:blip>
            <a:srcRect/>
            <a:stretch>
              <a:fillRect/>
            </a:stretch>
          </a:blipFill>
        </p:spPr>
        <p:txBody>
          <a:bodyPr rtlCol="0">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
              <a:t> </a:t>
            </a:r>
          </a:p>
        </p:txBody>
      </p:sp>
      <p:sp>
        <p:nvSpPr>
          <p:cNvPr id="6" name="Espace réservé du pied de page 5">
            <a:extLst>
              <a:ext uri="{FF2B5EF4-FFF2-40B4-BE49-F238E27FC236}">
                <a16:creationId xmlns:a16="http://schemas.microsoft.com/office/drawing/2014/main" id="{7FDC75DA-9A78-9AB9-7171-95A08CC51C56}"/>
              </a:ext>
            </a:extLst>
          </p:cNvPr>
          <p:cNvSpPr>
            <a:spLocks noGrp="1"/>
          </p:cNvSpPr>
          <p:nvPr>
            <p:ph type="ftr" sz="quarter" idx="11"/>
          </p:nvPr>
        </p:nvSpPr>
        <p:spPr>
          <a:xfrm>
            <a:off x="533399" y="6492241"/>
            <a:ext cx="8576637" cy="365760"/>
          </a:xfrm>
          <a:prstGeom prst="rect">
            <a:avLst/>
          </a:prstGeom>
        </p:spPr>
        <p:txBody>
          <a:bodyPr rtlCol="0"/>
          <a:lstStyle/>
          <a:p>
            <a:pPr rtl="0"/>
            <a:r>
              <a:rPr lang="fr"/>
              <a:t>Titre de la présentation</a:t>
            </a:r>
          </a:p>
        </p:txBody>
      </p:sp>
      <p:sp>
        <p:nvSpPr>
          <p:cNvPr id="5" name="Espace réservé de la date 4">
            <a:extLst>
              <a:ext uri="{FF2B5EF4-FFF2-40B4-BE49-F238E27FC236}">
                <a16:creationId xmlns:a16="http://schemas.microsoft.com/office/drawing/2014/main" id="{920B235E-39C7-4C78-20EF-DB48ECD9CB90}"/>
              </a:ext>
            </a:extLst>
          </p:cNvPr>
          <p:cNvSpPr>
            <a:spLocks noGrp="1"/>
          </p:cNvSpPr>
          <p:nvPr>
            <p:ph type="dt" sz="half" idx="10"/>
          </p:nvPr>
        </p:nvSpPr>
        <p:spPr>
          <a:xfrm>
            <a:off x="9110036" y="6492238"/>
            <a:ext cx="1880548" cy="365761"/>
          </a:xfrm>
          <a:prstGeom prst="rect">
            <a:avLst/>
          </a:prstGeom>
        </p:spPr>
        <p:txBody>
          <a:bodyPr rtlCol="0"/>
          <a:lstStyle/>
          <a:p>
            <a:pPr rtl="0"/>
            <a:r>
              <a:rPr lang="en-US"/>
              <a:t>17/09/2025</a:t>
            </a:r>
          </a:p>
        </p:txBody>
      </p:sp>
      <p:sp>
        <p:nvSpPr>
          <p:cNvPr id="7" name="Espace réservé du numéro de diapositive 6">
            <a:extLst>
              <a:ext uri="{FF2B5EF4-FFF2-40B4-BE49-F238E27FC236}">
                <a16:creationId xmlns:a16="http://schemas.microsoft.com/office/drawing/2014/main" id="{5EFE1A03-DCCB-53C7-DBFE-2AD55C90591B}"/>
              </a:ext>
            </a:extLst>
          </p:cNvPr>
          <p:cNvSpPr>
            <a:spLocks noGrp="1"/>
          </p:cNvSpPr>
          <p:nvPr>
            <p:ph type="sldNum" sz="quarter" idx="12"/>
          </p:nvPr>
        </p:nvSpPr>
        <p:spPr>
          <a:xfrm>
            <a:off x="10995976" y="6492237"/>
            <a:ext cx="662624" cy="365763"/>
          </a:xfrm>
          <a:prstGeom prst="rect">
            <a:avLst/>
          </a:prstGeom>
        </p:spPr>
        <p:txBody>
          <a:bodyPr rtlCol="0"/>
          <a:lstStyle/>
          <a:p>
            <a:pPr rtl="0"/>
            <a:fld id="{AEAA3239-9EA4-4A65-A281-97F994456D9F}" type="slidenum">
              <a:rPr lang="en-US" smtClean="0"/>
              <a:t>‹#›</a:t>
            </a:fld>
            <a:endParaRPr lang="en-US"/>
          </a:p>
        </p:txBody>
      </p:sp>
      <p:sp>
        <p:nvSpPr>
          <p:cNvPr id="35" name="Rectangle 34">
            <a:extLst>
              <a:ext uri="{FF2B5EF4-FFF2-40B4-BE49-F238E27FC236}">
                <a16:creationId xmlns:a16="http://schemas.microsoft.com/office/drawing/2014/main" id="{103DE75D-DDAE-AF30-6FFC-D490DF411F57}"/>
              </a:ext>
            </a:extLst>
          </p:cNvPr>
          <p:cNvSpPr/>
          <p:nvPr/>
        </p:nvSpPr>
        <p:spPr>
          <a:xfrm>
            <a:off x="634029" y="570037"/>
            <a:ext cx="4323111" cy="7481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6" name="Rectangle 35">
            <a:extLst>
              <a:ext uri="{FF2B5EF4-FFF2-40B4-BE49-F238E27FC236}">
                <a16:creationId xmlns:a16="http://schemas.microsoft.com/office/drawing/2014/main" id="{37FF2131-F761-6A93-E155-1DE63565D2B6}"/>
              </a:ext>
            </a:extLst>
          </p:cNvPr>
          <p:cNvSpPr/>
          <p:nvPr/>
        </p:nvSpPr>
        <p:spPr>
          <a:xfrm>
            <a:off x="4962522" y="570037"/>
            <a:ext cx="7229478" cy="7481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90698235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1860235"/>
          </a:xfrm>
          <a:prstGeom prst="rect">
            <a:avLst/>
          </a:prstGeom>
        </p:spPr>
        <p:txBody>
          <a:bodyPr rtlCol="0" anchor="t">
            <a:noAutofit/>
          </a:bodyPr>
          <a:lstStyle>
            <a:lvl1pPr>
              <a:defRPr sz="7200" cap="all" baseline="0">
                <a:solidFill>
                  <a:schemeClr val="tx2"/>
                </a:solidFill>
              </a:defRPr>
            </a:lvl1pPr>
          </a:lstStyle>
          <a:p>
            <a:pPr rtl="0"/>
            <a:r>
              <a:rPr lang="fr"/>
              <a:t>Modifiez le style du titre</a:t>
            </a:r>
          </a:p>
        </p:txBody>
      </p:sp>
      <p:sp>
        <p:nvSpPr>
          <p:cNvPr id="8" name="Espace réservé du contenu 7">
            <a:extLst>
              <a:ext uri="{FF2B5EF4-FFF2-40B4-BE49-F238E27FC236}">
                <a16:creationId xmlns:a16="http://schemas.microsoft.com/office/drawing/2014/main" id="{C7E1FCC9-2D1D-9C6B-8C9A-E3D0A77DBEF0}"/>
              </a:ext>
            </a:extLst>
          </p:cNvPr>
          <p:cNvSpPr>
            <a:spLocks noGrp="1"/>
          </p:cNvSpPr>
          <p:nvPr>
            <p:ph sz="quarter" idx="13"/>
          </p:nvPr>
        </p:nvSpPr>
        <p:spPr>
          <a:xfrm>
            <a:off x="533398" y="3258190"/>
            <a:ext cx="11125201" cy="2964810"/>
          </a:xfrm>
          <a:prstGeom prst="rect">
            <a:avLst/>
          </a:prstGeom>
        </p:spPr>
        <p:txBody>
          <a:bodyPr rtlCol="0"/>
          <a:lstStyle>
            <a:lvl1pPr marL="0" indent="0">
              <a:buNone/>
              <a:defRPr>
                <a:solidFill>
                  <a:schemeClr val="tx2"/>
                </a:solidFill>
              </a:defRPr>
            </a:lvl1pPr>
            <a:lvl2pPr marL="228600" indent="0">
              <a:buNone/>
              <a:defRPr>
                <a:solidFill>
                  <a:schemeClr val="tx2"/>
                </a:solidFill>
              </a:defRPr>
            </a:lvl2pPr>
            <a:lvl3pPr marL="457200" indent="0">
              <a:buNone/>
              <a:defRPr>
                <a:solidFill>
                  <a:schemeClr val="tx2"/>
                </a:solidFill>
              </a:defRPr>
            </a:lvl3pPr>
            <a:lvl4pPr marL="685800" indent="0">
              <a:buNone/>
              <a:defRPr>
                <a:solidFill>
                  <a:schemeClr val="tx2"/>
                </a:solidFill>
              </a:defRPr>
            </a:lvl4pPr>
            <a:lvl5pPr marL="914400" indent="0">
              <a:buNone/>
              <a:defRPr>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92241"/>
            <a:ext cx="8576637" cy="365760"/>
          </a:xfrm>
          <a:prstGeom prst="rect">
            <a:avLst/>
          </a:prstGeom>
        </p:spPr>
        <p:txBody>
          <a:bodyPr rtlCol="0"/>
          <a:lstStyle>
            <a:lvl1pPr>
              <a:defRPr>
                <a:solidFill>
                  <a:schemeClr val="tx2"/>
                </a:solidFill>
              </a:defRPr>
            </a:lvl1pPr>
          </a:lstStyle>
          <a:p>
            <a:pPr rtl="0"/>
            <a:r>
              <a:rPr lang="fr"/>
              <a:t>Titre de la présentation</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504949" cy="365760"/>
          </a:xfrm>
          <a:prstGeom prst="rect">
            <a:avLst/>
          </a:prstGeom>
        </p:spPr>
        <p:txBody>
          <a:bodyPr rtlCol="0"/>
          <a:lstStyle>
            <a:lvl1pPr>
              <a:defRPr>
                <a:solidFill>
                  <a:schemeClr val="tx2"/>
                </a:solidFill>
              </a:defRPr>
            </a:lvl1pPr>
          </a:lstStyle>
          <a:p>
            <a:pPr rtl="0"/>
            <a:r>
              <a:rPr lang="en-US"/>
              <a:t>17/09/2025</a:t>
            </a:r>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a:xfrm>
            <a:off x="10614990" y="6492241"/>
            <a:ext cx="1043610" cy="365760"/>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34" name="Rectangle 33">
            <a:extLst>
              <a:ext uri="{FF2B5EF4-FFF2-40B4-BE49-F238E27FC236}">
                <a16:creationId xmlns:a16="http://schemas.microsoft.com/office/drawing/2014/main" id="{C0612DD4-C154-5A34-CBE2-09022345DFF5}"/>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35" name="Rectangle 34">
            <a:extLst>
              <a:ext uri="{FF2B5EF4-FFF2-40B4-BE49-F238E27FC236}">
                <a16:creationId xmlns:a16="http://schemas.microsoft.com/office/drawing/2014/main" id="{A245B82D-4F13-20D2-DD25-C26E60C48A92}"/>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533305530"/>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533400" y="1016955"/>
            <a:ext cx="8576636" cy="1842020"/>
          </a:xfrm>
          <a:prstGeom prst="rect">
            <a:avLst/>
          </a:prstGeom>
        </p:spPr>
        <p:txBody>
          <a:bodyPr rtlCol="0" anchor="t">
            <a:noAutofit/>
          </a:bodyPr>
          <a:lstStyle>
            <a:lvl1pPr>
              <a:defRPr sz="7200" cap="all" baseline="0">
                <a:solidFill>
                  <a:schemeClr val="tx2"/>
                </a:solidFill>
              </a:defRPr>
            </a:lvl1pPr>
          </a:lstStyle>
          <a:p>
            <a:pPr rtl="0"/>
            <a:r>
              <a:rPr lang="fr"/>
              <a:t>Modifiez le style du titre</a:t>
            </a:r>
          </a:p>
        </p:txBody>
      </p:sp>
      <p:sp>
        <p:nvSpPr>
          <p:cNvPr id="7" name="Espace réservé du contenu 6">
            <a:extLst>
              <a:ext uri="{FF2B5EF4-FFF2-40B4-BE49-F238E27FC236}">
                <a16:creationId xmlns:a16="http://schemas.microsoft.com/office/drawing/2014/main" id="{053FFEDA-E57B-DF13-2394-A1514E15F85A}"/>
              </a:ext>
            </a:extLst>
          </p:cNvPr>
          <p:cNvSpPr>
            <a:spLocks noGrp="1"/>
          </p:cNvSpPr>
          <p:nvPr>
            <p:ph sz="quarter" idx="14"/>
          </p:nvPr>
        </p:nvSpPr>
        <p:spPr>
          <a:xfrm>
            <a:off x="533400" y="4614992"/>
            <a:ext cx="8576506" cy="1608008"/>
          </a:xfrm>
          <a:prstGeom prst="rect">
            <a:avLst/>
          </a:prstGeom>
        </p:spPr>
        <p:txBody>
          <a:bodyPr rtlCol="0">
            <a:noAutofit/>
          </a:bodyPr>
          <a:lstStyle>
            <a:lvl1pPr marL="0" indent="0">
              <a:buNone/>
              <a:defRPr sz="2000" b="1" i="0">
                <a:solidFill>
                  <a:schemeClr val="tx2"/>
                </a:solidFill>
                <a:latin typeface="Arial" panose="020B0604020202020204" pitchFamily="34" charset="0"/>
                <a:cs typeface="Arial" panose="020B0604020202020204" pitchFamily="34" charset="0"/>
              </a:defRPr>
            </a:lvl1pPr>
            <a:lvl2pPr marL="228600" indent="0">
              <a:buNone/>
              <a:defRPr sz="2000" b="1" i="0">
                <a:solidFill>
                  <a:schemeClr val="tx2"/>
                </a:solidFill>
                <a:latin typeface="Arial" panose="020B0604020202020204" pitchFamily="34" charset="0"/>
                <a:cs typeface="Arial" panose="020B0604020202020204" pitchFamily="34" charset="0"/>
              </a:defRPr>
            </a:lvl2pPr>
            <a:lvl3pPr marL="457200" indent="0">
              <a:buNone/>
              <a:defRPr sz="2000" b="1" i="0">
                <a:solidFill>
                  <a:schemeClr val="tx2"/>
                </a:solidFill>
                <a:latin typeface="Arial" panose="020B0604020202020204" pitchFamily="34" charset="0"/>
                <a:cs typeface="Arial" panose="020B0604020202020204" pitchFamily="34" charset="0"/>
              </a:defRPr>
            </a:lvl3pPr>
            <a:lvl4pPr marL="685800" indent="0">
              <a:buNone/>
              <a:defRPr sz="2000" b="1" i="0">
                <a:solidFill>
                  <a:schemeClr val="tx2"/>
                </a:solidFill>
                <a:latin typeface="Arial" panose="020B0604020202020204" pitchFamily="34" charset="0"/>
                <a:cs typeface="Arial" panose="020B0604020202020204" pitchFamily="34" charset="0"/>
              </a:defRPr>
            </a:lvl4pPr>
            <a:lvl5pPr marL="914400" indent="0">
              <a:buNone/>
              <a:defRPr sz="2000" b="1" i="0">
                <a:solidFill>
                  <a:schemeClr val="tx2"/>
                </a:solidFill>
                <a:latin typeface="Arial" panose="020B0604020202020204" pitchFamily="34" charset="0"/>
                <a:cs typeface="Arial" panose="020B0604020202020204" pitchFamily="34" charset="0"/>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a:xfrm>
            <a:off x="533400" y="6492241"/>
            <a:ext cx="8576636" cy="365760"/>
          </a:xfrm>
          <a:prstGeom prst="rect">
            <a:avLst/>
          </a:prstGeom>
        </p:spPr>
        <p:txBody>
          <a:bodyPr rtlCol="0"/>
          <a:lstStyle>
            <a:lvl1pPr>
              <a:defRPr>
                <a:solidFill>
                  <a:schemeClr val="tx2"/>
                </a:solidFill>
              </a:defRPr>
            </a:lvl1pPr>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891338" cy="365760"/>
          </a:xfrm>
          <a:prstGeom prst="rect">
            <a:avLst/>
          </a:prstGeom>
        </p:spPr>
        <p:txBody>
          <a:bodyPr rtlCol="0"/>
          <a:lstStyle>
            <a:lvl1pPr>
              <a:defRPr>
                <a:solidFill>
                  <a:schemeClr val="tx2"/>
                </a:solidFill>
              </a:defRPr>
            </a:lvl1pPr>
          </a:lstStyle>
          <a:p>
            <a:pPr rtl="0"/>
            <a:r>
              <a:rPr lang="en-US"/>
              <a:t>17/09/2025</a:t>
            </a:r>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92241"/>
            <a:ext cx="657226" cy="365760"/>
          </a:xfrm>
          <a:prstGeom prst="rect">
            <a:avLst/>
          </a:prstGeom>
        </p:spPr>
        <p:txBody>
          <a:bodyPr rtlCol="0"/>
          <a:lstStyle>
            <a:lvl1pPr>
              <a:defRPr>
                <a:solidFill>
                  <a:schemeClr val="tx2"/>
                </a:solidFill>
              </a:defRPr>
            </a:lvl1pPr>
          </a:lstStyle>
          <a:p>
            <a:pPr rtl="0"/>
            <a:fld id="{AEAA3239-9EA4-4A65-A281-97F994456D9F}" type="slidenum">
              <a:rPr lang="en-US" smtClean="0"/>
              <a:pPr rtl="0"/>
              <a:t>‹#›</a:t>
            </a:fld>
            <a:endParaRPr lang="en-US"/>
          </a:p>
        </p:txBody>
      </p:sp>
      <p:sp>
        <p:nvSpPr>
          <p:cNvPr id="58" name="Rectangle 57">
            <a:extLst>
              <a:ext uri="{FF2B5EF4-FFF2-40B4-BE49-F238E27FC236}">
                <a16:creationId xmlns:a16="http://schemas.microsoft.com/office/drawing/2014/main" id="{C0E45243-34A7-09D9-589C-A28D8FB592BD}"/>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9" name="Rectangle 58">
            <a:extLst>
              <a:ext uri="{FF2B5EF4-FFF2-40B4-BE49-F238E27FC236}">
                <a16:creationId xmlns:a16="http://schemas.microsoft.com/office/drawing/2014/main" id="{377B2CF5-DB49-E6FB-F72A-24AA38988AEC}"/>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16312868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75BFB69-9245-EC58-F1DE-FEB625BD336A}"/>
              </a:ext>
            </a:extLst>
          </p:cNvPr>
          <p:cNvSpPr>
            <a:spLocks noGrp="1"/>
          </p:cNvSpPr>
          <p:nvPr>
            <p:ph type="title"/>
          </p:nvPr>
        </p:nvSpPr>
        <p:spPr>
          <a:xfrm>
            <a:off x="533398" y="1016955"/>
            <a:ext cx="11125201" cy="746759"/>
          </a:xfrm>
          <a:prstGeom prst="rect">
            <a:avLst/>
          </a:prstGeom>
        </p:spPr>
        <p:txBody>
          <a:bodyPr vert="horz" lIns="91440" tIns="45720" rIns="91440" bIns="45720" rtlCol="0" anchor="t">
            <a:normAutofit/>
          </a:bodyPr>
          <a:lstStyle/>
          <a:p>
            <a:pPr rtl="0"/>
            <a:r>
              <a:rPr lang="fr"/>
              <a:t>Modifiez le style du titre</a:t>
            </a:r>
          </a:p>
        </p:txBody>
      </p:sp>
      <p:sp>
        <p:nvSpPr>
          <p:cNvPr id="3" name="Espace réservé du texte 2">
            <a:extLst>
              <a:ext uri="{FF2B5EF4-FFF2-40B4-BE49-F238E27FC236}">
                <a16:creationId xmlns:a16="http://schemas.microsoft.com/office/drawing/2014/main" id="{5516AFD5-5144-C460-0CA4-644BC4A93C02}"/>
              </a:ext>
            </a:extLst>
          </p:cNvPr>
          <p:cNvSpPr>
            <a:spLocks noGrp="1"/>
          </p:cNvSpPr>
          <p:nvPr>
            <p:ph type="body" idx="1"/>
          </p:nvPr>
        </p:nvSpPr>
        <p:spPr>
          <a:xfrm>
            <a:off x="533398" y="1748474"/>
            <a:ext cx="11125202" cy="4728524"/>
          </a:xfrm>
          <a:prstGeom prst="rect">
            <a:avLst/>
          </a:prstGeom>
        </p:spPr>
        <p:txBody>
          <a:bodyPr vert="horz" lIns="91440" tIns="45720" rIns="91440" bIns="45720" rtlCol="0">
            <a:normAutofit/>
          </a:body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5" name="Espace réservé du pied de page 4">
            <a:extLst>
              <a:ext uri="{FF2B5EF4-FFF2-40B4-BE49-F238E27FC236}">
                <a16:creationId xmlns:a16="http://schemas.microsoft.com/office/drawing/2014/main" id="{D4E1B7C8-DA74-800B-EE14-A39E9DB32DE4}"/>
              </a:ext>
            </a:extLst>
          </p:cNvPr>
          <p:cNvSpPr>
            <a:spLocks noGrp="1"/>
          </p:cNvSpPr>
          <p:nvPr>
            <p:ph type="ftr" sz="quarter" idx="3"/>
          </p:nvPr>
        </p:nvSpPr>
        <p:spPr>
          <a:xfrm>
            <a:off x="533399" y="6476998"/>
            <a:ext cx="8576637" cy="381003"/>
          </a:xfrm>
          <a:prstGeom prst="rect">
            <a:avLst/>
          </a:prstGeom>
        </p:spPr>
        <p:txBody>
          <a:bodyPr vert="horz" lIns="91440" tIns="45720" rIns="91440" bIns="45720" rtlCol="0" anchor="ctr"/>
          <a:lstStyle>
            <a:lvl1pPr algn="l" rtl="0">
              <a:defRPr sz="800">
                <a:solidFill>
                  <a:schemeClr val="tx2"/>
                </a:solidFill>
                <a:latin typeface="+mn-lt"/>
                <a:cs typeface="Arial" panose="020B0604020202020204" pitchFamily="34" charset="0"/>
              </a:defRPr>
            </a:lvl1pPr>
          </a:lstStyle>
          <a:p>
            <a:pPr rtl="0"/>
            <a:r>
              <a:rPr lang="fr"/>
              <a:t>Titre de la présentation</a:t>
            </a:r>
            <a:endParaRPr lang="en-US"/>
          </a:p>
        </p:txBody>
      </p:sp>
      <p:sp>
        <p:nvSpPr>
          <p:cNvPr id="4" name="Espace réservé de la date 3">
            <a:extLst>
              <a:ext uri="{FF2B5EF4-FFF2-40B4-BE49-F238E27FC236}">
                <a16:creationId xmlns:a16="http://schemas.microsoft.com/office/drawing/2014/main" id="{3995753E-AF8A-7E04-8A1A-205B755A0215}"/>
              </a:ext>
            </a:extLst>
          </p:cNvPr>
          <p:cNvSpPr>
            <a:spLocks noGrp="1"/>
          </p:cNvSpPr>
          <p:nvPr>
            <p:ph type="dt" sz="half" idx="2"/>
          </p:nvPr>
        </p:nvSpPr>
        <p:spPr>
          <a:xfrm>
            <a:off x="9110036" y="6476998"/>
            <a:ext cx="188595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pPr rtl="0"/>
            <a:r>
              <a:rPr lang="en-US"/>
              <a:t>17/09/2025</a:t>
            </a:r>
          </a:p>
        </p:txBody>
      </p:sp>
      <p:sp>
        <p:nvSpPr>
          <p:cNvPr id="6" name="Espace réservé du numéro de diapositive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9" y="6476998"/>
            <a:ext cx="65722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58879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Lst>
  <p:hf sldNum="0" hdr="0" ftr="0" dt="0"/>
  <p:txStyles>
    <p:titleStyle>
      <a:lvl1pPr algn="l" defTabSz="914400" rtl="0" eaLnBrk="1" latinLnBrk="0" hangingPunct="1">
        <a:lnSpc>
          <a:spcPct val="80000"/>
        </a:lnSpc>
        <a:spcBef>
          <a:spcPct val="0"/>
        </a:spcBef>
        <a:buNone/>
        <a:defRPr sz="3600" b="0" kern="1200" spc="0" baseline="0">
          <a:solidFill>
            <a:schemeClr val="tx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2160" userDrawn="1">
          <p15:clr>
            <a:srgbClr val="F26B43"/>
          </p15:clr>
        </p15:guide>
        <p15:guide id="31" pos="3840" userDrawn="1">
          <p15:clr>
            <a:srgbClr val="F26B43"/>
          </p15:clr>
        </p15:guide>
        <p15:guide id="32" pos="336" userDrawn="1">
          <p15:clr>
            <a:srgbClr val="F26B43"/>
          </p15:clr>
        </p15:guide>
        <p15:guide id="33" pos="7344" userDrawn="1">
          <p15:clr>
            <a:srgbClr val="F26B43"/>
          </p15:clr>
        </p15:guide>
        <p15:guide id="34" orient="horz" pos="4080" userDrawn="1">
          <p15:clr>
            <a:srgbClr val="F26B43"/>
          </p15:clr>
        </p15:guide>
        <p15:guide id="35" orient="horz" pos="1344" userDrawn="1">
          <p15:clr>
            <a:srgbClr val="F26B43"/>
          </p15:clr>
        </p15:guide>
        <p15:guide id="36"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FD69F-DC47-0894-7195-BAC6DB19329F}"/>
              </a:ext>
            </a:extLst>
          </p:cNvPr>
          <p:cNvSpPr>
            <a:spLocks noGrp="1"/>
          </p:cNvSpPr>
          <p:nvPr>
            <p:ph type="title"/>
          </p:nvPr>
        </p:nvSpPr>
        <p:spPr>
          <a:xfrm>
            <a:off x="3462963" y="2971799"/>
            <a:ext cx="8229600" cy="3414423"/>
          </a:xfrm>
        </p:spPr>
        <p:txBody>
          <a:bodyPr anchor="b">
            <a:normAutofit/>
          </a:bodyPr>
          <a:lstStyle/>
          <a:p>
            <a:r>
              <a:rPr lang="en-US" sz="5000"/>
              <a:t>Intégration d'un Agent IA Prédictif dans notre Solution de Marketing Automation</a:t>
            </a:r>
          </a:p>
        </p:txBody>
      </p:sp>
      <p:sp>
        <p:nvSpPr>
          <p:cNvPr id="3" name="Subtitle 2">
            <a:extLst>
              <a:ext uri="{FF2B5EF4-FFF2-40B4-BE49-F238E27FC236}">
                <a16:creationId xmlns:a16="http://schemas.microsoft.com/office/drawing/2014/main" id="{D6F3F971-194C-4145-2852-D07C738BEF6C}"/>
              </a:ext>
            </a:extLst>
          </p:cNvPr>
          <p:cNvSpPr>
            <a:spLocks noGrp="1"/>
          </p:cNvSpPr>
          <p:nvPr>
            <p:ph type="subTitle" idx="1"/>
          </p:nvPr>
        </p:nvSpPr>
        <p:spPr>
          <a:xfrm>
            <a:off x="533400" y="1016955"/>
            <a:ext cx="7924797" cy="1128714"/>
          </a:xfrm>
        </p:spPr>
        <p:txBody>
          <a:bodyPr anchor="t">
            <a:normAutofit/>
          </a:bodyPr>
          <a:lstStyle/>
          <a:p>
            <a:r>
              <a:rPr lang="en-US"/>
              <a:t>Améliorer l'efficacité marketing grâce à l'intelligence artificielle avancée</a:t>
            </a:r>
          </a:p>
        </p:txBody>
      </p:sp>
    </p:spTree>
    <p:extLst>
      <p:ext uri="{BB962C8B-B14F-4D97-AF65-F5344CB8AC3E}">
        <p14:creationId xmlns:p14="http://schemas.microsoft.com/office/powerpoint/2010/main" val="322194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6095F-99CB-1708-BE65-1D1615182081}"/>
              </a:ext>
            </a:extLst>
          </p:cNvPr>
          <p:cNvSpPr>
            <a:spLocks noGrp="1"/>
          </p:cNvSpPr>
          <p:nvPr>
            <p:ph type="ctrTitle"/>
          </p:nvPr>
        </p:nvSpPr>
        <p:spPr>
          <a:xfrm>
            <a:off x="533400" y="1143000"/>
            <a:ext cx="8576636" cy="5271008"/>
          </a:xfrm>
        </p:spPr>
        <p:txBody>
          <a:bodyPr anchor="b">
            <a:normAutofit/>
          </a:bodyPr>
          <a:lstStyle/>
          <a:p>
            <a:r>
              <a:rPr lang="en-US"/>
              <a:t>Introduction</a:t>
            </a:r>
          </a:p>
        </p:txBody>
      </p:sp>
    </p:spTree>
    <p:extLst>
      <p:ext uri="{BB962C8B-B14F-4D97-AF65-F5344CB8AC3E}">
        <p14:creationId xmlns:p14="http://schemas.microsoft.com/office/powerpoint/2010/main" val="34299661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C8860-140D-4A26-D38A-EEAEF2AD67E7}"/>
              </a:ext>
            </a:extLst>
          </p:cNvPr>
          <p:cNvSpPr>
            <a:spLocks noGrp="1"/>
          </p:cNvSpPr>
          <p:nvPr>
            <p:ph type="title"/>
          </p:nvPr>
        </p:nvSpPr>
        <p:spPr>
          <a:xfrm>
            <a:off x="533399" y="1016955"/>
            <a:ext cx="4810129" cy="1269482"/>
          </a:xfrm>
        </p:spPr>
        <p:txBody>
          <a:bodyPr anchor="t">
            <a:normAutofit/>
          </a:bodyPr>
          <a:lstStyle/>
          <a:p>
            <a:r>
              <a:rPr lang="en-US"/>
              <a:t>Titre &amp; Introduction</a:t>
            </a:r>
          </a:p>
        </p:txBody>
      </p:sp>
      <p:pic>
        <p:nvPicPr>
          <p:cNvPr id="5" name="Content Placeholder 4" descr="Sécurité des réseaux informatiques cybersécurité protection des données technologie de chiffrement">
            <a:extLst>
              <a:ext uri="{FF2B5EF4-FFF2-40B4-BE49-F238E27FC236}">
                <a16:creationId xmlns:a16="http://schemas.microsoft.com/office/drawing/2014/main" id="{AF587273-5555-4498-B7BC-03D4F94F49CE}"/>
              </a:ext>
            </a:extLst>
          </p:cNvPr>
          <p:cNvPicPr>
            <a:picLocks noGrp="1" noChangeAspect="1"/>
          </p:cNvPicPr>
          <p:nvPr>
            <p:ph type="pic" sz="quarter" idx="13"/>
          </p:nvPr>
        </p:nvPicPr>
        <p:blipFill>
          <a:blip r:embed="rId3"/>
          <a:srcRect l="8019" r="14918" b="2"/>
          <a:stretch>
            <a:fillRect/>
          </a:stretch>
        </p:blipFill>
        <p:spPr>
          <a:xfrm>
            <a:off x="634030" y="2495234"/>
            <a:ext cx="4709498" cy="3727766"/>
          </a:xfrm>
        </p:spPr>
      </p:pic>
      <p:sp>
        <p:nvSpPr>
          <p:cNvPr id="4" name="Content Placeholder 3">
            <a:extLst>
              <a:ext uri="{FF2B5EF4-FFF2-40B4-BE49-F238E27FC236}">
                <a16:creationId xmlns:a16="http://schemas.microsoft.com/office/drawing/2014/main" id="{E7E29EA6-9D22-8138-0311-62600C30E16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1010614"/>
            <a:ext cx="5753037" cy="5212386"/>
          </a:xfrm>
        </p:spPr>
        <p:txBody>
          <a:bodyPr>
            <a:normAutofit/>
          </a:bodyPr>
          <a:lstStyle/>
          <a:p>
            <a:pPr marL="0" lvl="0" indent="0">
              <a:spcBef>
                <a:spcPts val="2500"/>
              </a:spcBef>
              <a:buFont typeface="Arial" panose="020B0604020202020204" pitchFamily="34" charset="0"/>
              <a:buNone/>
            </a:pPr>
            <a:r>
              <a:rPr lang="en-US" b="1"/>
              <a:t>Vision d’intégration AI</a:t>
            </a:r>
          </a:p>
          <a:p>
            <a:pPr marL="0" lvl="1" indent="0">
              <a:buFont typeface="Arial" panose="020B0604020202020204" pitchFamily="34" charset="0"/>
              <a:buNone/>
            </a:pPr>
            <a:r>
              <a:rPr lang="en-US"/>
              <a:t>Intégration d’un agent d’IA prédictif pour transformer le marketing statique en hyper‑personnalisation en temps réel.</a:t>
            </a:r>
          </a:p>
          <a:p>
            <a:pPr marL="0" lvl="0" indent="0">
              <a:spcBef>
                <a:spcPts val="2500"/>
              </a:spcBef>
              <a:buFont typeface="Arial" panose="020B0604020202020204" pitchFamily="34" charset="0"/>
              <a:buNone/>
            </a:pPr>
            <a:r>
              <a:rPr lang="en-US" b="1"/>
              <a:t>Optimisation des campagnes</a:t>
            </a:r>
          </a:p>
          <a:p>
            <a:pPr marL="0" lvl="1" indent="0">
              <a:buFont typeface="Arial" panose="020B0604020202020204" pitchFamily="34" charset="0"/>
              <a:buNone/>
            </a:pPr>
            <a:r>
              <a:rPr lang="en-US"/>
              <a:t>Amélioration de la pertinence des campagnes, engagement client accru et meilleur retour sur investissement marketing.</a:t>
            </a:r>
          </a:p>
          <a:p>
            <a:pPr marL="0" lvl="0" indent="0">
              <a:spcBef>
                <a:spcPts val="2500"/>
              </a:spcBef>
              <a:buFont typeface="Arial" panose="020B0604020202020204" pitchFamily="34" charset="0"/>
              <a:buNone/>
            </a:pPr>
            <a:r>
              <a:rPr lang="en-US" b="1"/>
              <a:t>Architecture sécurisée</a:t>
            </a:r>
          </a:p>
          <a:p>
            <a:pPr marL="0" lvl="1" indent="0">
              <a:buFont typeface="Arial" panose="020B0604020202020204" pitchFamily="34" charset="0"/>
              <a:buNone/>
            </a:pPr>
            <a:r>
              <a:rPr lang="en-US"/>
              <a:t>Solution non intrusive valorisant les données existantes, respectant la confidentialité et les réglementations bancaires.</a:t>
            </a:r>
          </a:p>
          <a:p>
            <a:pPr marL="0" lvl="0" indent="0">
              <a:spcBef>
                <a:spcPts val="2500"/>
              </a:spcBef>
              <a:buFont typeface="Arial" panose="020B0604020202020204" pitchFamily="34" charset="0"/>
              <a:buNone/>
            </a:pPr>
            <a:r>
              <a:rPr lang="en-US" b="1"/>
              <a:t>Gouvernance et conformité</a:t>
            </a:r>
          </a:p>
          <a:p>
            <a:pPr marL="0" lvl="1" indent="0">
              <a:buFont typeface="Arial" panose="020B0604020202020204" pitchFamily="34" charset="0"/>
              <a:buNone/>
            </a:pPr>
            <a:r>
              <a:rPr lang="en-US"/>
              <a:t>Cadre renforcé de gouvernance des données garantissant confidentialité, protection et conformité réglementaire.</a:t>
            </a:r>
          </a:p>
        </p:txBody>
      </p:sp>
    </p:spTree>
    <p:extLst>
      <p:ext uri="{BB962C8B-B14F-4D97-AF65-F5344CB8AC3E}">
        <p14:creationId xmlns:p14="http://schemas.microsoft.com/office/powerpoint/2010/main" val="38639238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78B5A-2458-6B5F-3B5B-C5EF8672F123}"/>
              </a:ext>
            </a:extLst>
          </p:cNvPr>
          <p:cNvSpPr>
            <a:spLocks noGrp="1"/>
          </p:cNvSpPr>
          <p:nvPr>
            <p:ph type="ctrTitle"/>
          </p:nvPr>
        </p:nvSpPr>
        <p:spPr>
          <a:xfrm>
            <a:off x="533400" y="1143000"/>
            <a:ext cx="8576636" cy="5271008"/>
          </a:xfrm>
        </p:spPr>
        <p:txBody>
          <a:bodyPr anchor="b">
            <a:normAutofit/>
          </a:bodyPr>
          <a:lstStyle/>
          <a:p>
            <a:r>
              <a:rPr lang="en-US"/>
              <a:t>Constat Actuel vs Vision Produit</a:t>
            </a:r>
          </a:p>
        </p:txBody>
      </p:sp>
    </p:spTree>
    <p:extLst>
      <p:ext uri="{BB962C8B-B14F-4D97-AF65-F5344CB8AC3E}">
        <p14:creationId xmlns:p14="http://schemas.microsoft.com/office/powerpoint/2010/main" val="13668333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06BB3-DA7F-CA56-4FAF-1AFF1BF536B6}"/>
              </a:ext>
            </a:extLst>
          </p:cNvPr>
          <p:cNvSpPr>
            <a:spLocks noGrp="1"/>
          </p:cNvSpPr>
          <p:nvPr>
            <p:ph type="title"/>
          </p:nvPr>
        </p:nvSpPr>
        <p:spPr>
          <a:xfrm>
            <a:off x="3467745" y="5216204"/>
            <a:ext cx="8190855" cy="640080"/>
          </a:xfrm>
        </p:spPr>
        <p:txBody>
          <a:bodyPr anchor="b">
            <a:normAutofit/>
          </a:bodyPr>
          <a:lstStyle/>
          <a:p>
            <a:r>
              <a:rPr lang="en-US"/>
              <a:t>Du moteur statique vers un moteur intelligent piloté par IA</a:t>
            </a:r>
          </a:p>
        </p:txBody>
      </p:sp>
      <p:graphicFrame>
        <p:nvGraphicFramePr>
          <p:cNvPr id="5" name="Content Placeholder 4">
            <a:extLst>
              <a:ext uri="{FF2B5EF4-FFF2-40B4-BE49-F238E27FC236}">
                <a16:creationId xmlns:a16="http://schemas.microsoft.com/office/drawing/2014/main" id="{F30CE801-42AD-44DD-9419-C250A548DB0D}"/>
              </a:ext>
            </a:extLst>
          </p:cNvPr>
          <p:cNvGraphicFramePr>
            <a:graphicFrameLocks noGrp="1"/>
          </p:cNvGraphicFramePr>
          <p:nvPr>
            <p:ph sz="quarter" idx="13"/>
          </p:nvPr>
        </p:nvGraphicFramePr>
        <p:xfrm>
          <a:off x="668562" y="1016954"/>
          <a:ext cx="10854872" cy="3711571"/>
        </p:xfrm>
        <a:graphic>
          <a:graphicData uri="http://schemas.openxmlformats.org/drawingml/2006/table">
            <a:tbl>
              <a:tblPr firstRow="1" bandRow="1">
                <a:tableStyleId>{5C22544A-7EE6-4342-B048-85BDC9FD1C3A}</a:tableStyleId>
              </a:tblPr>
              <a:tblGrid>
                <a:gridCol w="5942932">
                  <a:extLst>
                    <a:ext uri="{9D8B030D-6E8A-4147-A177-3AD203B41FA5}">
                      <a16:colId xmlns:a16="http://schemas.microsoft.com/office/drawing/2014/main" val="3938059619"/>
                    </a:ext>
                  </a:extLst>
                </a:gridCol>
                <a:gridCol w="4911941">
                  <a:extLst>
                    <a:ext uri="{9D8B030D-6E8A-4147-A177-3AD203B41FA5}">
                      <a16:colId xmlns:a16="http://schemas.microsoft.com/office/drawing/2014/main" val="2191105181"/>
                    </a:ext>
                  </a:extLst>
                </a:gridCol>
              </a:tblGrid>
              <a:tr h="583247">
                <a:tc>
                  <a:txBody>
                    <a:bodyPr/>
                    <a:lstStyle/>
                    <a:p>
                      <a:pPr>
                        <a:buNone/>
                      </a:pPr>
                      <a:r>
                        <a:rPr lang="en-US" sz="2600"/>
                        <a:t>Aujourd'hui</a:t>
                      </a:r>
                    </a:p>
                  </a:txBody>
                  <a:tcPr marL="132556" marR="132556" marT="66278" marB="66278" anchor="ctr"/>
                </a:tc>
                <a:tc>
                  <a:txBody>
                    <a:bodyPr/>
                    <a:lstStyle/>
                    <a:p>
                      <a:pPr>
                        <a:buNone/>
                      </a:pPr>
                      <a:r>
                        <a:rPr lang="en-US" sz="2600"/>
                        <a:t>Demain</a:t>
                      </a:r>
                    </a:p>
                  </a:txBody>
                  <a:tcPr marL="132556" marR="132556" marT="66278" marB="66278" anchor="ctr"/>
                </a:tc>
                <a:extLst>
                  <a:ext uri="{0D108BD9-81ED-4DB2-BD59-A6C34878D82A}">
                    <a16:rowId xmlns:a16="http://schemas.microsoft.com/office/drawing/2014/main" val="3871096993"/>
                  </a:ext>
                </a:extLst>
              </a:tr>
              <a:tr h="980916">
                <a:tc>
                  <a:txBody>
                    <a:bodyPr/>
                    <a:lstStyle/>
                    <a:p>
                      <a:pPr>
                        <a:buNone/>
                      </a:pPr>
                      <a:r>
                        <a:rPr lang="en-US" sz="2600"/>
                        <a:t>Ciblage déclaratif et manuel</a:t>
                      </a:r>
                    </a:p>
                  </a:txBody>
                  <a:tcPr marL="132556" marR="132556" marT="66278" marB="66278" anchor="ctr"/>
                </a:tc>
                <a:tc>
                  <a:txBody>
                    <a:bodyPr/>
                    <a:lstStyle/>
                    <a:p>
                      <a:pPr>
                        <a:buNone/>
                      </a:pPr>
                      <a:r>
                        <a:rPr lang="en-US" sz="2600"/>
                        <a:t>Ciblage prédictif par Machine Learning</a:t>
                      </a:r>
                    </a:p>
                  </a:txBody>
                  <a:tcPr marL="132556" marR="132556" marT="66278" marB="66278" anchor="ctr"/>
                </a:tc>
                <a:extLst>
                  <a:ext uri="{0D108BD9-81ED-4DB2-BD59-A6C34878D82A}">
                    <a16:rowId xmlns:a16="http://schemas.microsoft.com/office/drawing/2014/main" val="1023863438"/>
                  </a:ext>
                </a:extLst>
              </a:tr>
              <a:tr h="583247">
                <a:tc>
                  <a:txBody>
                    <a:bodyPr/>
                    <a:lstStyle/>
                    <a:p>
                      <a:pPr>
                        <a:buNone/>
                      </a:pPr>
                      <a:r>
                        <a:rPr lang="en-US" sz="2600"/>
                        <a:t>Campagnes massives indifférenciées</a:t>
                      </a:r>
                    </a:p>
                  </a:txBody>
                  <a:tcPr marL="132556" marR="132556" marT="66278" marB="66278" anchor="ctr"/>
                </a:tc>
                <a:tc>
                  <a:txBody>
                    <a:bodyPr/>
                    <a:lstStyle/>
                    <a:p>
                      <a:pPr>
                        <a:buNone/>
                      </a:pPr>
                      <a:r>
                        <a:rPr lang="en-US" sz="2600"/>
                        <a:t>Next Best Action personnalisé</a:t>
                      </a:r>
                    </a:p>
                  </a:txBody>
                  <a:tcPr marL="132556" marR="132556" marT="66278" marB="66278" anchor="ctr"/>
                </a:tc>
                <a:extLst>
                  <a:ext uri="{0D108BD9-81ED-4DB2-BD59-A6C34878D82A}">
                    <a16:rowId xmlns:a16="http://schemas.microsoft.com/office/drawing/2014/main" val="3997516177"/>
                  </a:ext>
                </a:extLst>
              </a:tr>
              <a:tr h="583247">
                <a:tc>
                  <a:txBody>
                    <a:bodyPr/>
                    <a:lstStyle/>
                    <a:p>
                      <a:pPr>
                        <a:buNone/>
                      </a:pPr>
                      <a:r>
                        <a:rPr lang="en-US" sz="2600"/>
                        <a:t>Envois massifs à heure fixe</a:t>
                      </a:r>
                    </a:p>
                  </a:txBody>
                  <a:tcPr marL="132556" marR="132556" marT="66278" marB="66278" anchor="ctr"/>
                </a:tc>
                <a:tc>
                  <a:txBody>
                    <a:bodyPr/>
                    <a:lstStyle/>
                    <a:p>
                      <a:pPr>
                        <a:buNone/>
                      </a:pPr>
                      <a:r>
                        <a:rPr lang="en-US" sz="2600"/>
                        <a:t>Send Time Optimization</a:t>
                      </a:r>
                    </a:p>
                  </a:txBody>
                  <a:tcPr marL="132556" marR="132556" marT="66278" marB="66278" anchor="ctr"/>
                </a:tc>
                <a:extLst>
                  <a:ext uri="{0D108BD9-81ED-4DB2-BD59-A6C34878D82A}">
                    <a16:rowId xmlns:a16="http://schemas.microsoft.com/office/drawing/2014/main" val="3371757237"/>
                  </a:ext>
                </a:extLst>
              </a:tr>
              <a:tr h="980916">
                <a:tc>
                  <a:txBody>
                    <a:bodyPr/>
                    <a:lstStyle/>
                    <a:p>
                      <a:pPr>
                        <a:buNone/>
                      </a:pPr>
                      <a:r>
                        <a:rPr lang="en-US" sz="2600"/>
                        <a:t>Exclusions gérées manuellement</a:t>
                      </a:r>
                    </a:p>
                  </a:txBody>
                  <a:tcPr marL="132556" marR="132556" marT="66278" marB="66278" anchor="ctr"/>
                </a:tc>
                <a:tc>
                  <a:txBody>
                    <a:bodyPr/>
                    <a:lstStyle/>
                    <a:p>
                      <a:pPr>
                        <a:buNone/>
                      </a:pPr>
                      <a:r>
                        <a:rPr lang="en-US" sz="2600"/>
                        <a:t>Filtrage automatique Risque &amp; Conformité</a:t>
                      </a:r>
                    </a:p>
                  </a:txBody>
                  <a:tcPr marL="132556" marR="132556" marT="66278" marB="66278" anchor="ctr"/>
                </a:tc>
                <a:extLst>
                  <a:ext uri="{0D108BD9-81ED-4DB2-BD59-A6C34878D82A}">
                    <a16:rowId xmlns:a16="http://schemas.microsoft.com/office/drawing/2014/main" val="1825297746"/>
                  </a:ext>
                </a:extLst>
              </a:tr>
            </a:tbl>
          </a:graphicData>
        </a:graphic>
      </p:graphicFrame>
    </p:spTree>
    <p:extLst>
      <p:ext uri="{BB962C8B-B14F-4D97-AF65-F5344CB8AC3E}">
        <p14:creationId xmlns:p14="http://schemas.microsoft.com/office/powerpoint/2010/main" val="292320977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5CCF-96C9-7A82-0D44-5D3BF43ECAE9}"/>
              </a:ext>
            </a:extLst>
          </p:cNvPr>
          <p:cNvSpPr>
            <a:spLocks noGrp="1"/>
          </p:cNvSpPr>
          <p:nvPr>
            <p:ph type="ctrTitle"/>
          </p:nvPr>
        </p:nvSpPr>
        <p:spPr>
          <a:xfrm>
            <a:off x="533400" y="1143000"/>
            <a:ext cx="8576636" cy="5271008"/>
          </a:xfrm>
        </p:spPr>
        <p:txBody>
          <a:bodyPr anchor="b">
            <a:normAutofit/>
          </a:bodyPr>
          <a:lstStyle/>
          <a:p>
            <a:r>
              <a:rPr lang="en-US"/>
              <a:t>Capacités IA</a:t>
            </a:r>
          </a:p>
        </p:txBody>
      </p:sp>
    </p:spTree>
    <p:extLst>
      <p:ext uri="{BB962C8B-B14F-4D97-AF65-F5344CB8AC3E}">
        <p14:creationId xmlns:p14="http://schemas.microsoft.com/office/powerpoint/2010/main" val="15737280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2AD10-FB75-C7CF-1619-1B9D2B93AE7F}"/>
              </a:ext>
            </a:extLst>
          </p:cNvPr>
          <p:cNvSpPr>
            <a:spLocks noGrp="1"/>
          </p:cNvSpPr>
          <p:nvPr>
            <p:ph type="title"/>
          </p:nvPr>
        </p:nvSpPr>
        <p:spPr>
          <a:xfrm>
            <a:off x="533399" y="1016955"/>
            <a:ext cx="4810129" cy="1269482"/>
          </a:xfrm>
        </p:spPr>
        <p:txBody>
          <a:bodyPr anchor="t">
            <a:normAutofit/>
          </a:bodyPr>
          <a:lstStyle/>
          <a:p>
            <a:r>
              <a:rPr lang="en-US" sz="3100"/>
              <a:t>Les 4 nouvelles capacités de la solution</a:t>
            </a:r>
          </a:p>
        </p:txBody>
      </p:sp>
      <p:pic>
        <p:nvPicPr>
          <p:cNvPr id="5" name="Content Placeholder 4" descr="Femme montrant la Terre et un hologramme réseau en utilisant la technologie d’interface utilisateur.">
            <a:extLst>
              <a:ext uri="{FF2B5EF4-FFF2-40B4-BE49-F238E27FC236}">
                <a16:creationId xmlns:a16="http://schemas.microsoft.com/office/drawing/2014/main" id="{99287CC9-A2A7-46AB-88C1-0E08E7022B7E}"/>
              </a:ext>
            </a:extLst>
          </p:cNvPr>
          <p:cNvPicPr>
            <a:picLocks noGrp="1" noChangeAspect="1"/>
          </p:cNvPicPr>
          <p:nvPr>
            <p:ph type="pic" sz="quarter" idx="13"/>
          </p:nvPr>
        </p:nvPicPr>
        <p:blipFill>
          <a:blip r:embed="rId3"/>
          <a:srcRect l="24207" r="4729" b="1"/>
          <a:stretch>
            <a:fillRect/>
          </a:stretch>
        </p:blipFill>
        <p:spPr>
          <a:xfrm>
            <a:off x="634030" y="2495234"/>
            <a:ext cx="4709498" cy="3727766"/>
          </a:xfrm>
        </p:spPr>
      </p:pic>
      <p:sp>
        <p:nvSpPr>
          <p:cNvPr id="4" name="Content Placeholder 3">
            <a:extLst>
              <a:ext uri="{FF2B5EF4-FFF2-40B4-BE49-F238E27FC236}">
                <a16:creationId xmlns:a16="http://schemas.microsoft.com/office/drawing/2014/main" id="{9FAD78E7-9D4C-F262-F1EE-982EC237D8D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1010614"/>
            <a:ext cx="5753037" cy="5212386"/>
          </a:xfrm>
        </p:spPr>
        <p:txBody>
          <a:bodyPr>
            <a:normAutofit/>
          </a:bodyPr>
          <a:lstStyle/>
          <a:p>
            <a:pPr marL="0" lvl="0" indent="0">
              <a:spcBef>
                <a:spcPts val="2500"/>
              </a:spcBef>
              <a:buFont typeface="Arial" panose="020B0604020202020204" pitchFamily="34" charset="0"/>
              <a:buNone/>
            </a:pPr>
            <a:r>
              <a:rPr lang="en-US" b="1"/>
              <a:t>Scoring Prédictif</a:t>
            </a:r>
          </a:p>
          <a:p>
            <a:pPr marL="0" lvl="1" indent="0">
              <a:buFont typeface="Arial" panose="020B0604020202020204" pitchFamily="34" charset="0"/>
              <a:buNone/>
            </a:pPr>
            <a:r>
              <a:rPr lang="en-US"/>
              <a:t>Utilisation d’algorithmes avancés pour identifier les clients avec la plus forte probabilité d’intérêt.</a:t>
            </a:r>
          </a:p>
          <a:p>
            <a:pPr marL="0" lvl="0" indent="0">
              <a:spcBef>
                <a:spcPts val="2500"/>
              </a:spcBef>
              <a:buFont typeface="Arial" panose="020B0604020202020204" pitchFamily="34" charset="0"/>
              <a:buNone/>
            </a:pPr>
            <a:r>
              <a:rPr lang="en-US" b="1"/>
              <a:t>Next Best Action</a:t>
            </a:r>
          </a:p>
          <a:p>
            <a:pPr marL="0" lvl="1" indent="0">
              <a:buFont typeface="Arial" panose="020B0604020202020204" pitchFamily="34" charset="0"/>
              <a:buNone/>
            </a:pPr>
            <a:r>
              <a:rPr lang="en-US"/>
              <a:t>Sélection automatique du produit bancaire le plus pertinent pour chaque client.</a:t>
            </a:r>
          </a:p>
          <a:p>
            <a:pPr marL="0" lvl="0" indent="0">
              <a:spcBef>
                <a:spcPts val="2500"/>
              </a:spcBef>
              <a:buFont typeface="Arial" panose="020B0604020202020204" pitchFamily="34" charset="0"/>
              <a:buNone/>
            </a:pPr>
            <a:r>
              <a:rPr lang="en-US" b="1"/>
              <a:t>Send Time Optimization</a:t>
            </a:r>
          </a:p>
          <a:p>
            <a:pPr marL="0" lvl="1" indent="0">
              <a:buFont typeface="Arial" panose="020B0604020202020204" pitchFamily="34" charset="0"/>
              <a:buNone/>
            </a:pPr>
            <a:r>
              <a:rPr lang="en-US"/>
              <a:t>Analyse du meilleur moment pour envoyer des communications afin d’optimiser l’engagement.</a:t>
            </a:r>
          </a:p>
          <a:p>
            <a:pPr marL="0" lvl="0" indent="0">
              <a:spcBef>
                <a:spcPts val="2500"/>
              </a:spcBef>
              <a:buFont typeface="Arial" panose="020B0604020202020204" pitchFamily="34" charset="0"/>
              <a:buNone/>
            </a:pPr>
            <a:r>
              <a:rPr lang="en-US" b="1"/>
              <a:t>Routing Multi-Canal Intelligent</a:t>
            </a:r>
          </a:p>
          <a:p>
            <a:pPr marL="0" lvl="1" indent="0">
              <a:buFont typeface="Arial" panose="020B0604020202020204" pitchFamily="34" charset="0"/>
              <a:buNone/>
            </a:pPr>
            <a:r>
              <a:rPr lang="en-US"/>
              <a:t>Choix automatique du canal de communication le plus performant pour chaque interaction client.</a:t>
            </a:r>
          </a:p>
        </p:txBody>
      </p:sp>
    </p:spTree>
    <p:extLst>
      <p:ext uri="{BB962C8B-B14F-4D97-AF65-F5344CB8AC3E}">
        <p14:creationId xmlns:p14="http://schemas.microsoft.com/office/powerpoint/2010/main" val="32662298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D29F-FE2C-CBD1-30AB-4C24F9A536B7}"/>
              </a:ext>
            </a:extLst>
          </p:cNvPr>
          <p:cNvSpPr>
            <a:spLocks noGrp="1"/>
          </p:cNvSpPr>
          <p:nvPr>
            <p:ph type="ctrTitle"/>
          </p:nvPr>
        </p:nvSpPr>
        <p:spPr>
          <a:xfrm>
            <a:off x="533400" y="1143000"/>
            <a:ext cx="8576636" cy="5271008"/>
          </a:xfrm>
        </p:spPr>
        <p:txBody>
          <a:bodyPr anchor="b">
            <a:normAutofit/>
          </a:bodyPr>
          <a:lstStyle/>
          <a:p>
            <a:r>
              <a:rPr lang="en-US"/>
              <a:t>Architecture Technique</a:t>
            </a:r>
          </a:p>
        </p:txBody>
      </p:sp>
    </p:spTree>
    <p:extLst>
      <p:ext uri="{BB962C8B-B14F-4D97-AF65-F5344CB8AC3E}">
        <p14:creationId xmlns:p14="http://schemas.microsoft.com/office/powerpoint/2010/main" val="2454899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7A892-89B3-E140-EBF7-69E0073F7FCD}"/>
              </a:ext>
            </a:extLst>
          </p:cNvPr>
          <p:cNvSpPr>
            <a:spLocks noGrp="1"/>
          </p:cNvSpPr>
          <p:nvPr>
            <p:ph type="title"/>
          </p:nvPr>
        </p:nvSpPr>
        <p:spPr>
          <a:xfrm>
            <a:off x="533399" y="1016955"/>
            <a:ext cx="4810129" cy="1269482"/>
          </a:xfrm>
        </p:spPr>
        <p:txBody>
          <a:bodyPr anchor="t">
            <a:normAutofit/>
          </a:bodyPr>
          <a:lstStyle/>
          <a:p>
            <a:r>
              <a:rPr lang="en-US" sz="2800"/>
              <a:t>Architecture &amp; Intégration Technique Non Intrusive</a:t>
            </a:r>
          </a:p>
        </p:txBody>
      </p:sp>
      <p:pic>
        <p:nvPicPr>
          <p:cNvPr id="5" name="Content Placeholder 4" descr="Fond abstrait numérique, intelligence artificielle Intelligence artificielle Fond abstrait">
            <a:extLst>
              <a:ext uri="{FF2B5EF4-FFF2-40B4-BE49-F238E27FC236}">
                <a16:creationId xmlns:a16="http://schemas.microsoft.com/office/drawing/2014/main" id="{D7E926F4-C34F-4EFF-ABAC-56EE6F7C2996}"/>
              </a:ext>
            </a:extLst>
          </p:cNvPr>
          <p:cNvPicPr>
            <a:picLocks noGrp="1" noChangeAspect="1"/>
          </p:cNvPicPr>
          <p:nvPr>
            <p:ph type="pic" sz="quarter" idx="13"/>
          </p:nvPr>
        </p:nvPicPr>
        <p:blipFill>
          <a:blip r:embed="rId3"/>
          <a:srcRect l="7016" r="21920" b="1"/>
          <a:stretch>
            <a:fillRect/>
          </a:stretch>
        </p:blipFill>
        <p:spPr>
          <a:xfrm>
            <a:off x="634030" y="2495234"/>
            <a:ext cx="4709498" cy="3727766"/>
          </a:xfrm>
        </p:spPr>
      </p:pic>
      <p:sp>
        <p:nvSpPr>
          <p:cNvPr id="4" name="Content Placeholder 3">
            <a:extLst>
              <a:ext uri="{FF2B5EF4-FFF2-40B4-BE49-F238E27FC236}">
                <a16:creationId xmlns:a16="http://schemas.microsoft.com/office/drawing/2014/main" id="{6D01EB45-29D9-7291-F9B0-26D4D6133A4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1010614"/>
            <a:ext cx="5753037" cy="5212386"/>
          </a:xfrm>
        </p:spPr>
        <p:txBody>
          <a:bodyPr>
            <a:normAutofit/>
          </a:bodyPr>
          <a:lstStyle/>
          <a:p>
            <a:pPr marL="0" lvl="0" indent="0">
              <a:spcBef>
                <a:spcPts val="2500"/>
              </a:spcBef>
              <a:buFont typeface="Arial" panose="020B0604020202020204" pitchFamily="34" charset="0"/>
              <a:buNone/>
            </a:pPr>
            <a:r>
              <a:rPr lang="en-US" b="1"/>
              <a:t>Intégration non intrusive</a:t>
            </a:r>
          </a:p>
          <a:p>
            <a:pPr marL="0" lvl="1" indent="0">
              <a:buFont typeface="Arial" panose="020B0604020202020204" pitchFamily="34" charset="0"/>
              <a:buNone/>
            </a:pPr>
            <a:r>
              <a:rPr lang="en-US"/>
              <a:t>L’architecture s’intègre sans perturber l’écosystème technologique existant, garantissant une transition fluide.</a:t>
            </a:r>
          </a:p>
          <a:p>
            <a:pPr marL="0" lvl="0" indent="0">
              <a:spcBef>
                <a:spcPts val="2500"/>
              </a:spcBef>
              <a:buFont typeface="Arial" panose="020B0604020202020204" pitchFamily="34" charset="0"/>
              <a:buNone/>
            </a:pPr>
            <a:r>
              <a:rPr lang="en-US" b="1"/>
              <a:t>Traitement hybride des données</a:t>
            </a:r>
          </a:p>
          <a:p>
            <a:pPr marL="0" lvl="1" indent="0">
              <a:buFont typeface="Arial" panose="020B0604020202020204" pitchFamily="34" charset="0"/>
              <a:buNone/>
            </a:pPr>
            <a:r>
              <a:rPr lang="en-US"/>
              <a:t>Combinaison de traitements batch nocturnes et APIs micro-services pour gérer données en masse et en temps réel.</a:t>
            </a:r>
          </a:p>
          <a:p>
            <a:pPr marL="0" lvl="0" indent="0">
              <a:spcBef>
                <a:spcPts val="2500"/>
              </a:spcBef>
              <a:buFont typeface="Arial" panose="020B0604020202020204" pitchFamily="34" charset="0"/>
              <a:buNone/>
            </a:pPr>
            <a:r>
              <a:rPr lang="en-US" b="1"/>
              <a:t>Sécurité et conformité On-Premise</a:t>
            </a:r>
          </a:p>
          <a:p>
            <a:pPr marL="0" lvl="1" indent="0">
              <a:buFont typeface="Arial" panose="020B0604020202020204" pitchFamily="34" charset="0"/>
              <a:buNone/>
            </a:pPr>
            <a:r>
              <a:rPr lang="en-US"/>
              <a:t>Hébergement et traitement des données en interne garantissant sécurité, conformité et contrôle des informations sensibles.</a:t>
            </a:r>
          </a:p>
          <a:p>
            <a:pPr marL="0" lvl="0" indent="0">
              <a:spcBef>
                <a:spcPts val="2500"/>
              </a:spcBef>
              <a:buFont typeface="Arial" panose="020B0604020202020204" pitchFamily="34" charset="0"/>
              <a:buNone/>
            </a:pPr>
            <a:r>
              <a:rPr lang="en-US" b="1"/>
              <a:t>Support à l’automatisation marketing</a:t>
            </a:r>
          </a:p>
          <a:p>
            <a:pPr marL="0" lvl="1" indent="0">
              <a:buFont typeface="Arial" panose="020B0604020202020204" pitchFamily="34" charset="0"/>
              <a:buNone/>
            </a:pPr>
            <a:r>
              <a:rPr lang="en-US"/>
              <a:t>L’architecture alimente des scénarios marketing enrichis pour des campagnes plus pertinentes et personnalisées.</a:t>
            </a:r>
          </a:p>
        </p:txBody>
      </p:sp>
    </p:spTree>
    <p:extLst>
      <p:ext uri="{BB962C8B-B14F-4D97-AF65-F5344CB8AC3E}">
        <p14:creationId xmlns:p14="http://schemas.microsoft.com/office/powerpoint/2010/main" val="16499792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B73E9-7CAC-E3FF-E2D4-532CF904FDA1}"/>
              </a:ext>
            </a:extLst>
          </p:cNvPr>
          <p:cNvSpPr>
            <a:spLocks noGrp="1"/>
          </p:cNvSpPr>
          <p:nvPr>
            <p:ph type="ctrTitle"/>
          </p:nvPr>
        </p:nvSpPr>
        <p:spPr>
          <a:xfrm>
            <a:off x="533400" y="1143000"/>
            <a:ext cx="8576636" cy="5271008"/>
          </a:xfrm>
        </p:spPr>
        <p:txBody>
          <a:bodyPr anchor="b">
            <a:normAutofit/>
          </a:bodyPr>
          <a:lstStyle/>
          <a:p>
            <a:r>
              <a:rPr lang="en-US"/>
              <a:t>Sécurité et Conformité</a:t>
            </a:r>
          </a:p>
        </p:txBody>
      </p:sp>
    </p:spTree>
    <p:extLst>
      <p:ext uri="{BB962C8B-B14F-4D97-AF65-F5344CB8AC3E}">
        <p14:creationId xmlns:p14="http://schemas.microsoft.com/office/powerpoint/2010/main" val="9895778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F7E45-5EB4-9B90-6E4A-9D684C21FF40}"/>
              </a:ext>
            </a:extLst>
          </p:cNvPr>
          <p:cNvSpPr>
            <a:spLocks noGrp="1"/>
          </p:cNvSpPr>
          <p:nvPr>
            <p:ph type="title"/>
          </p:nvPr>
        </p:nvSpPr>
        <p:spPr>
          <a:xfrm>
            <a:off x="7229478" y="1016955"/>
            <a:ext cx="4429122" cy="1328932"/>
          </a:xfrm>
        </p:spPr>
        <p:txBody>
          <a:bodyPr anchor="b">
            <a:normAutofit/>
          </a:bodyPr>
          <a:lstStyle/>
          <a:p>
            <a:r>
              <a:rPr lang="en-US" sz="2800"/>
              <a:t>Sécurité, Conformité &amp; Gestion des Risques</a:t>
            </a:r>
          </a:p>
        </p:txBody>
      </p:sp>
      <p:pic>
        <p:nvPicPr>
          <p:cNvPr id="5" name="Content Placeholder 4" descr="Concept de sécurité numérique sur le code de données binaire">
            <a:extLst>
              <a:ext uri="{FF2B5EF4-FFF2-40B4-BE49-F238E27FC236}">
                <a16:creationId xmlns:a16="http://schemas.microsoft.com/office/drawing/2014/main" id="{D72CA64D-520B-423A-BF20-A6913DDF653B}"/>
              </a:ext>
            </a:extLst>
          </p:cNvPr>
          <p:cNvPicPr>
            <a:picLocks noGrp="1" noChangeAspect="1"/>
          </p:cNvPicPr>
          <p:nvPr>
            <p:ph type="pic" sz="quarter" idx="13"/>
          </p:nvPr>
        </p:nvPicPr>
        <p:blipFill>
          <a:blip r:embed="rId3"/>
          <a:srcRect l="292" r="28708"/>
          <a:stretch>
            <a:fillRect/>
          </a:stretch>
        </p:blipFill>
        <p:spPr>
          <a:xfrm>
            <a:off x="20" y="16383"/>
            <a:ext cx="6492220" cy="6858000"/>
          </a:xfrm>
        </p:spPr>
      </p:pic>
      <p:sp>
        <p:nvSpPr>
          <p:cNvPr id="4" name="Content Placeholder 3">
            <a:extLst>
              <a:ext uri="{FF2B5EF4-FFF2-40B4-BE49-F238E27FC236}">
                <a16:creationId xmlns:a16="http://schemas.microsoft.com/office/drawing/2014/main" id="{29323BEE-3B98-D061-25B5-E5030EFF42A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29478" y="2495233"/>
            <a:ext cx="4429121" cy="3727767"/>
          </a:xfrm>
        </p:spPr>
        <p:txBody>
          <a:bodyPr>
            <a:normAutofit/>
          </a:bodyPr>
          <a:lstStyle/>
          <a:p>
            <a:pPr marL="0" lvl="0" indent="0">
              <a:spcBef>
                <a:spcPts val="2500"/>
              </a:spcBef>
              <a:buFont typeface="Arial" panose="020B0604020202020204" pitchFamily="34" charset="0"/>
              <a:buNone/>
            </a:pPr>
            <a:r>
              <a:rPr lang="en-US" b="1"/>
              <a:t>Protection des données personnelles</a:t>
            </a:r>
          </a:p>
          <a:p>
            <a:pPr marL="0" lvl="1" indent="0">
              <a:buFont typeface="Arial" panose="020B0604020202020204" pitchFamily="34" charset="0"/>
              <a:buNone/>
            </a:pPr>
            <a:r>
              <a:rPr lang="en-US"/>
              <a:t>Le contrôle Opt-In garantit le consentement avant toute sollicitation, protégeant ainsi les données sensibles des utilisateurs.</a:t>
            </a:r>
          </a:p>
          <a:p>
            <a:pPr marL="0" lvl="0" indent="0">
              <a:spcBef>
                <a:spcPts val="2500"/>
              </a:spcBef>
              <a:buFont typeface="Arial" panose="020B0604020202020204" pitchFamily="34" charset="0"/>
              <a:buNone/>
            </a:pPr>
            <a:r>
              <a:rPr lang="en-US" b="1"/>
              <a:t>Respect des exigences réglementaires</a:t>
            </a:r>
          </a:p>
          <a:p>
            <a:pPr marL="0" lvl="1" indent="0">
              <a:buFont typeface="Arial" panose="020B0604020202020204" pitchFamily="34" charset="0"/>
              <a:buNone/>
            </a:pPr>
            <a:r>
              <a:rPr lang="en-US"/>
              <a:t>La plateforme applique des règles automatiques pour filtrer les clients non éligibles selon les critères bancaires stricts.</a:t>
            </a:r>
          </a:p>
          <a:p>
            <a:pPr marL="0" lvl="0" indent="0">
              <a:spcBef>
                <a:spcPts val="2500"/>
              </a:spcBef>
              <a:buFont typeface="Arial" panose="020B0604020202020204" pitchFamily="34" charset="0"/>
              <a:buNone/>
            </a:pPr>
            <a:r>
              <a:rPr lang="en-US" b="1"/>
              <a:t>Explicabilité des modèles AI</a:t>
            </a:r>
          </a:p>
          <a:p>
            <a:pPr marL="0" lvl="1" indent="0">
              <a:buFont typeface="Arial" panose="020B0604020202020204" pitchFamily="34" charset="0"/>
              <a:buNone/>
            </a:pPr>
            <a:r>
              <a:rPr lang="en-US"/>
              <a:t>Les valeurs SHAP permettent d’expliquer les décisions algorithmiques, renforçant la transparence et la confiance des parties prenantes.</a:t>
            </a:r>
          </a:p>
        </p:txBody>
      </p:sp>
    </p:spTree>
    <p:extLst>
      <p:ext uri="{BB962C8B-B14F-4D97-AF65-F5344CB8AC3E}">
        <p14:creationId xmlns:p14="http://schemas.microsoft.com/office/powerpoint/2010/main" val="736928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A37FF-B1B8-5D95-0CD3-36129766FB7B}"/>
              </a:ext>
            </a:extLst>
          </p:cNvPr>
          <p:cNvSpPr>
            <a:spLocks noGrp="1"/>
          </p:cNvSpPr>
          <p:nvPr>
            <p:ph type="ctrTitle"/>
          </p:nvPr>
        </p:nvSpPr>
        <p:spPr>
          <a:xfrm>
            <a:off x="533400" y="1143000"/>
            <a:ext cx="8576636" cy="5271008"/>
          </a:xfrm>
        </p:spPr>
        <p:txBody>
          <a:bodyPr anchor="b">
            <a:normAutofit/>
          </a:bodyPr>
          <a:lstStyle/>
          <a:p>
            <a:r>
              <a:rPr lang="en-US"/>
              <a:t>Impacts Fonctionnels</a:t>
            </a:r>
          </a:p>
        </p:txBody>
      </p:sp>
    </p:spTree>
    <p:extLst>
      <p:ext uri="{BB962C8B-B14F-4D97-AF65-F5344CB8AC3E}">
        <p14:creationId xmlns:p14="http://schemas.microsoft.com/office/powerpoint/2010/main" val="10873075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E9860-E9EC-C115-ED28-332E42131557}"/>
              </a:ext>
            </a:extLst>
          </p:cNvPr>
          <p:cNvSpPr>
            <a:spLocks noGrp="1"/>
          </p:cNvSpPr>
          <p:nvPr>
            <p:ph type="title"/>
          </p:nvPr>
        </p:nvSpPr>
        <p:spPr>
          <a:xfrm>
            <a:off x="4962523" y="1016956"/>
            <a:ext cx="6696076" cy="731520"/>
          </a:xfrm>
        </p:spPr>
        <p:txBody>
          <a:bodyPr anchor="t">
            <a:normAutofit/>
          </a:bodyPr>
          <a:lstStyle/>
          <a:p>
            <a:r>
              <a:rPr lang="en-US" sz="2500"/>
              <a:t>Impact sur la Base de Données et les Interfaces</a:t>
            </a:r>
          </a:p>
        </p:txBody>
      </p:sp>
      <p:pic>
        <p:nvPicPr>
          <p:cNvPr id="5" name="Content Placeholder 4" descr="3d illustration">
            <a:extLst>
              <a:ext uri="{FF2B5EF4-FFF2-40B4-BE49-F238E27FC236}">
                <a16:creationId xmlns:a16="http://schemas.microsoft.com/office/drawing/2014/main" id="{0D2573FD-E378-4C92-A160-637437992633}"/>
              </a:ext>
            </a:extLst>
          </p:cNvPr>
          <p:cNvPicPr>
            <a:picLocks noGrp="1" noChangeAspect="1"/>
          </p:cNvPicPr>
          <p:nvPr>
            <p:ph type="pic" sz="quarter" idx="13"/>
          </p:nvPr>
        </p:nvPicPr>
        <p:blipFill>
          <a:blip r:embed="rId3"/>
          <a:srcRect l="10810" r="25024"/>
          <a:stretch>
            <a:fillRect/>
          </a:stretch>
        </p:blipFill>
        <p:spPr>
          <a:xfrm>
            <a:off x="20" y="10"/>
            <a:ext cx="4400534" cy="6857990"/>
          </a:xfrm>
        </p:spPr>
      </p:pic>
      <p:sp>
        <p:nvSpPr>
          <p:cNvPr id="4" name="Content Placeholder 3">
            <a:extLst>
              <a:ext uri="{FF2B5EF4-FFF2-40B4-BE49-F238E27FC236}">
                <a16:creationId xmlns:a16="http://schemas.microsoft.com/office/drawing/2014/main" id="{0FE3AD3A-CFA6-32A7-8E61-A7A8BF9DD55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62523" y="2145668"/>
            <a:ext cx="6689892" cy="4118399"/>
          </a:xfrm>
        </p:spPr>
        <p:txBody>
          <a:bodyPr>
            <a:normAutofit/>
          </a:bodyPr>
          <a:lstStyle/>
          <a:p>
            <a:pPr marL="0" lvl="0" indent="0">
              <a:spcBef>
                <a:spcPts val="2500"/>
              </a:spcBef>
              <a:buFont typeface="Arial" panose="020B0604020202020204" pitchFamily="34" charset="0"/>
              <a:buNone/>
            </a:pPr>
            <a:r>
              <a:rPr lang="en-US" b="1"/>
              <a:t>Champs stratégiques en base de données</a:t>
            </a:r>
          </a:p>
          <a:p>
            <a:pPr marL="0" lvl="1" indent="0">
              <a:buFont typeface="Arial" panose="020B0604020202020204" pitchFamily="34" charset="0"/>
              <a:buNone/>
            </a:pPr>
            <a:r>
              <a:rPr lang="en-US"/>
              <a:t>L’ajout d’attributs clés enrichit les profils clients et améliore la recommandation et la segmentation marketing.</a:t>
            </a:r>
          </a:p>
          <a:p>
            <a:pPr marL="0" lvl="0" indent="0">
              <a:spcBef>
                <a:spcPts val="2500"/>
              </a:spcBef>
              <a:buFont typeface="Arial" panose="020B0604020202020204" pitchFamily="34" charset="0"/>
              <a:buNone/>
            </a:pPr>
            <a:r>
              <a:rPr lang="en-US" b="1"/>
              <a:t>Interfaces marketing intuitives</a:t>
            </a:r>
          </a:p>
          <a:p>
            <a:pPr marL="0" lvl="1" indent="0">
              <a:buFont typeface="Arial" panose="020B0604020202020204" pitchFamily="34" charset="0"/>
              <a:buNone/>
            </a:pPr>
            <a:r>
              <a:rPr lang="en-US"/>
              <a:t>Les interfaces utilisent un filtrage simple en glisser-déposer pour faciliter la création de segments dynamiques par les équipes métier.</a:t>
            </a:r>
          </a:p>
          <a:p>
            <a:pPr marL="0" lvl="0" indent="0">
              <a:spcBef>
                <a:spcPts val="2500"/>
              </a:spcBef>
              <a:buFont typeface="Arial" panose="020B0604020202020204" pitchFamily="34" charset="0"/>
              <a:buNone/>
            </a:pPr>
            <a:r>
              <a:rPr lang="en-US" b="1"/>
              <a:t>Démocratisation de l’IA marketing</a:t>
            </a:r>
          </a:p>
          <a:p>
            <a:pPr marL="0" lvl="1" indent="0">
              <a:buFont typeface="Arial" panose="020B0604020202020204" pitchFamily="34" charset="0"/>
              <a:buNone/>
            </a:pPr>
            <a:r>
              <a:rPr lang="en-US"/>
              <a:t>Cette approche rend l’IA accessible sans compétence technique, favorisant adoption rapide et cas d’usage multiples.</a:t>
            </a:r>
          </a:p>
        </p:txBody>
      </p:sp>
    </p:spTree>
    <p:extLst>
      <p:ext uri="{BB962C8B-B14F-4D97-AF65-F5344CB8AC3E}">
        <p14:creationId xmlns:p14="http://schemas.microsoft.com/office/powerpoint/2010/main" val="42093341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BE4DF-2470-FFED-6C2B-E849B7763A78}"/>
              </a:ext>
            </a:extLst>
          </p:cNvPr>
          <p:cNvSpPr>
            <a:spLocks noGrp="1"/>
          </p:cNvSpPr>
          <p:nvPr>
            <p:ph type="ctrTitle"/>
          </p:nvPr>
        </p:nvSpPr>
        <p:spPr>
          <a:xfrm>
            <a:off x="533400" y="1143000"/>
            <a:ext cx="8576636" cy="5271008"/>
          </a:xfrm>
        </p:spPr>
        <p:txBody>
          <a:bodyPr anchor="b">
            <a:normAutofit/>
          </a:bodyPr>
          <a:lstStyle/>
          <a:p>
            <a:r>
              <a:rPr lang="en-US"/>
              <a:t>Roadmap</a:t>
            </a:r>
          </a:p>
        </p:txBody>
      </p:sp>
    </p:spTree>
    <p:extLst>
      <p:ext uri="{BB962C8B-B14F-4D97-AF65-F5344CB8AC3E}">
        <p14:creationId xmlns:p14="http://schemas.microsoft.com/office/powerpoint/2010/main" val="25846979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7D6FB-CF22-C6A7-F6B5-F3DCFFAEFE26}"/>
              </a:ext>
            </a:extLst>
          </p:cNvPr>
          <p:cNvSpPr>
            <a:spLocks noGrp="1"/>
          </p:cNvSpPr>
          <p:nvPr>
            <p:ph type="title"/>
          </p:nvPr>
        </p:nvSpPr>
        <p:spPr>
          <a:xfrm>
            <a:off x="533399" y="1016955"/>
            <a:ext cx="4810129" cy="1269482"/>
          </a:xfrm>
        </p:spPr>
        <p:txBody>
          <a:bodyPr anchor="t">
            <a:normAutofit/>
          </a:bodyPr>
          <a:lstStyle/>
          <a:p>
            <a:r>
              <a:rPr lang="en-US" sz="3100"/>
              <a:t>Feuille de Route du Projet sur 10 Semaines</a:t>
            </a:r>
          </a:p>
        </p:txBody>
      </p:sp>
      <p:pic>
        <p:nvPicPr>
          <p:cNvPr id="5" name="Content Placeholder 4" descr="Organigramme 3D.">
            <a:extLst>
              <a:ext uri="{FF2B5EF4-FFF2-40B4-BE49-F238E27FC236}">
                <a16:creationId xmlns:a16="http://schemas.microsoft.com/office/drawing/2014/main" id="{842D9997-A4B9-48EB-A98C-1E24BA195B99}"/>
              </a:ext>
            </a:extLst>
          </p:cNvPr>
          <p:cNvPicPr>
            <a:picLocks noGrp="1" noChangeAspect="1"/>
          </p:cNvPicPr>
          <p:nvPr>
            <p:ph type="pic" sz="quarter" idx="13"/>
          </p:nvPr>
        </p:nvPicPr>
        <p:blipFill>
          <a:blip r:embed="rId3"/>
          <a:stretch/>
        </p:blipFill>
        <p:spPr>
          <a:xfrm>
            <a:off x="634030" y="3181742"/>
            <a:ext cx="4709498" cy="2354749"/>
          </a:xfrm>
        </p:spPr>
      </p:pic>
      <p:sp>
        <p:nvSpPr>
          <p:cNvPr id="4" name="Content Placeholder 3">
            <a:extLst>
              <a:ext uri="{FF2B5EF4-FFF2-40B4-BE49-F238E27FC236}">
                <a16:creationId xmlns:a16="http://schemas.microsoft.com/office/drawing/2014/main" id="{75D857BE-8202-EF26-F756-FAF78AB8776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1010614"/>
            <a:ext cx="5753037" cy="5212386"/>
          </a:xfrm>
        </p:spPr>
        <p:txBody>
          <a:bodyPr>
            <a:normAutofit/>
          </a:bodyPr>
          <a:lstStyle/>
          <a:p>
            <a:pPr marL="0" lvl="0" indent="0">
              <a:spcBef>
                <a:spcPts val="2500"/>
              </a:spcBef>
              <a:buFont typeface="Arial" panose="020B0604020202020204" pitchFamily="34" charset="0"/>
              <a:buNone/>
            </a:pPr>
            <a:r>
              <a:rPr lang="en-US" b="1"/>
              <a:t>Phase de cadrage initiale</a:t>
            </a:r>
          </a:p>
          <a:p>
            <a:pPr marL="0" lvl="1" indent="0">
              <a:buFont typeface="Arial" panose="020B0604020202020204" pitchFamily="34" charset="0"/>
              <a:buNone/>
            </a:pPr>
            <a:r>
              <a:rPr lang="en-US"/>
              <a:t>Semaines 1 à 2 dédiées au cadrage fonctionnel, conception SQL et validation des exigences de conformité.</a:t>
            </a:r>
          </a:p>
          <a:p>
            <a:pPr marL="0" lvl="0" indent="0">
              <a:spcBef>
                <a:spcPts val="2500"/>
              </a:spcBef>
              <a:buFont typeface="Arial" panose="020B0604020202020204" pitchFamily="34" charset="0"/>
              <a:buNone/>
            </a:pPr>
            <a:r>
              <a:rPr lang="en-US" b="1"/>
              <a:t>Développement du pipeline ML</a:t>
            </a:r>
          </a:p>
          <a:p>
            <a:pPr marL="0" lvl="1" indent="0">
              <a:buFont typeface="Arial" panose="020B0604020202020204" pitchFamily="34" charset="0"/>
              <a:buNone/>
            </a:pPr>
            <a:r>
              <a:rPr lang="en-US"/>
              <a:t>Semaines 3 à 5 consacrées au développement du pipeline machine learning avec intégration des règles métier et scoring.</a:t>
            </a:r>
          </a:p>
          <a:p>
            <a:pPr marL="0" lvl="0" indent="0">
              <a:spcBef>
                <a:spcPts val="2500"/>
              </a:spcBef>
              <a:buFont typeface="Arial" panose="020B0604020202020204" pitchFamily="34" charset="0"/>
              <a:buNone/>
            </a:pPr>
            <a:r>
              <a:rPr lang="en-US" b="1"/>
              <a:t>Intégration API et base de données</a:t>
            </a:r>
          </a:p>
          <a:p>
            <a:pPr marL="0" lvl="1" indent="0">
              <a:buFont typeface="Arial" panose="020B0604020202020204" pitchFamily="34" charset="0"/>
              <a:buNone/>
            </a:pPr>
            <a:r>
              <a:rPr lang="en-US"/>
              <a:t>Semaines 6 à 8 focalisées sur la connexion API, intégration marketing et enrichissement des données.</a:t>
            </a:r>
          </a:p>
          <a:p>
            <a:pPr marL="0" lvl="0" indent="0">
              <a:spcBef>
                <a:spcPts val="2500"/>
              </a:spcBef>
              <a:buFont typeface="Arial" panose="020B0604020202020204" pitchFamily="34" charset="0"/>
              <a:buNone/>
            </a:pPr>
            <a:r>
              <a:rPr lang="en-US" b="1"/>
              <a:t>Tests et déploiement pilote</a:t>
            </a:r>
          </a:p>
          <a:p>
            <a:pPr marL="0" lvl="1" indent="0">
              <a:buFont typeface="Arial" panose="020B0604020202020204" pitchFamily="34" charset="0"/>
              <a:buNone/>
            </a:pPr>
            <a:r>
              <a:rPr lang="en-US"/>
              <a:t>Semaines 9 à 10 pour recette globale, tests de performance et lancement d’un pilote A/B Test.</a:t>
            </a:r>
          </a:p>
        </p:txBody>
      </p:sp>
    </p:spTree>
    <p:extLst>
      <p:ext uri="{BB962C8B-B14F-4D97-AF65-F5344CB8AC3E}">
        <p14:creationId xmlns:p14="http://schemas.microsoft.com/office/powerpoint/2010/main" val="8327574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9F85D-44A2-D884-DB03-DD14C282F792}"/>
              </a:ext>
            </a:extLst>
          </p:cNvPr>
          <p:cNvSpPr>
            <a:spLocks noGrp="1"/>
          </p:cNvSpPr>
          <p:nvPr>
            <p:ph type="ctrTitle"/>
          </p:nvPr>
        </p:nvSpPr>
        <p:spPr>
          <a:xfrm>
            <a:off x="533400" y="1143000"/>
            <a:ext cx="8576636" cy="5271008"/>
          </a:xfrm>
        </p:spPr>
        <p:txBody>
          <a:bodyPr anchor="b">
            <a:normAutofit/>
          </a:bodyPr>
          <a:lstStyle/>
          <a:p>
            <a:r>
              <a:rPr lang="en-US"/>
              <a:t>Organisation Projet</a:t>
            </a:r>
          </a:p>
        </p:txBody>
      </p:sp>
    </p:spTree>
    <p:extLst>
      <p:ext uri="{BB962C8B-B14F-4D97-AF65-F5344CB8AC3E}">
        <p14:creationId xmlns:p14="http://schemas.microsoft.com/office/powerpoint/2010/main" val="11686420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80279-D9D7-DE25-9987-DB3710C7AB31}"/>
              </a:ext>
            </a:extLst>
          </p:cNvPr>
          <p:cNvSpPr>
            <a:spLocks noGrp="1"/>
          </p:cNvSpPr>
          <p:nvPr>
            <p:ph type="title"/>
          </p:nvPr>
        </p:nvSpPr>
        <p:spPr>
          <a:xfrm>
            <a:off x="3467745" y="5216204"/>
            <a:ext cx="8190855" cy="640080"/>
          </a:xfrm>
        </p:spPr>
        <p:txBody>
          <a:bodyPr anchor="b">
            <a:normAutofit/>
          </a:bodyPr>
          <a:lstStyle/>
          <a:p>
            <a:r>
              <a:rPr lang="en-US"/>
              <a:t>Rôles &amp; Responsabilités</a:t>
            </a:r>
          </a:p>
        </p:txBody>
      </p:sp>
      <p:graphicFrame>
        <p:nvGraphicFramePr>
          <p:cNvPr id="5" name="Content Placeholder 4">
            <a:extLst>
              <a:ext uri="{FF2B5EF4-FFF2-40B4-BE49-F238E27FC236}">
                <a16:creationId xmlns:a16="http://schemas.microsoft.com/office/drawing/2014/main" id="{65697D55-182A-48C6-9D76-E361B184C81A}"/>
              </a:ext>
            </a:extLst>
          </p:cNvPr>
          <p:cNvGraphicFramePr>
            <a:graphicFrameLocks noGrp="1"/>
          </p:cNvGraphicFramePr>
          <p:nvPr>
            <p:ph sz="quarter" idx="13"/>
          </p:nvPr>
        </p:nvGraphicFramePr>
        <p:xfrm>
          <a:off x="533398" y="1283998"/>
          <a:ext cx="11125201" cy="3177482"/>
        </p:xfrm>
        <a:graphic>
          <a:graphicData uri="http://schemas.openxmlformats.org/drawingml/2006/table">
            <a:tbl>
              <a:tblPr firstRow="1" bandRow="1">
                <a:tableStyleId>{5C22544A-7EE6-4342-B048-85BDC9FD1C3A}</a:tableStyleId>
              </a:tblPr>
              <a:tblGrid>
                <a:gridCol w="4308859">
                  <a:extLst>
                    <a:ext uri="{9D8B030D-6E8A-4147-A177-3AD203B41FA5}">
                      <a16:colId xmlns:a16="http://schemas.microsoft.com/office/drawing/2014/main" val="212850578"/>
                    </a:ext>
                  </a:extLst>
                </a:gridCol>
                <a:gridCol w="6816342">
                  <a:extLst>
                    <a:ext uri="{9D8B030D-6E8A-4147-A177-3AD203B41FA5}">
                      <a16:colId xmlns:a16="http://schemas.microsoft.com/office/drawing/2014/main" val="203999395"/>
                    </a:ext>
                  </a:extLst>
                </a:gridCol>
              </a:tblGrid>
              <a:tr h="635497">
                <a:tc>
                  <a:txBody>
                    <a:bodyPr/>
                    <a:lstStyle/>
                    <a:p>
                      <a:pPr>
                        <a:buNone/>
                      </a:pPr>
                      <a:r>
                        <a:rPr lang="en-US" sz="2800"/>
                        <a:t>Équipe</a:t>
                      </a:r>
                    </a:p>
                  </a:txBody>
                  <a:tcPr marL="144431" marR="144431" marT="72216" marB="72216" anchor="ctr"/>
                </a:tc>
                <a:tc>
                  <a:txBody>
                    <a:bodyPr/>
                    <a:lstStyle/>
                    <a:p>
                      <a:pPr>
                        <a:buNone/>
                      </a:pPr>
                      <a:r>
                        <a:rPr lang="en-US" sz="2800"/>
                        <a:t>Responsabilité</a:t>
                      </a:r>
                    </a:p>
                  </a:txBody>
                  <a:tcPr marL="144431" marR="144431" marT="72216" marB="72216" anchor="ctr"/>
                </a:tc>
                <a:extLst>
                  <a:ext uri="{0D108BD9-81ED-4DB2-BD59-A6C34878D82A}">
                    <a16:rowId xmlns:a16="http://schemas.microsoft.com/office/drawing/2014/main" val="4560120"/>
                  </a:ext>
                </a:extLst>
              </a:tr>
              <a:tr h="635497">
                <a:tc>
                  <a:txBody>
                    <a:bodyPr/>
                    <a:lstStyle/>
                    <a:p>
                      <a:pPr>
                        <a:buNone/>
                      </a:pPr>
                      <a:r>
                        <a:rPr lang="en-US" sz="2800"/>
                        <a:t>Data &amp; AI</a:t>
                      </a:r>
                    </a:p>
                  </a:txBody>
                  <a:tcPr marL="144431" marR="144431" marT="72216" marB="72216" anchor="ctr"/>
                </a:tc>
                <a:tc>
                  <a:txBody>
                    <a:bodyPr/>
                    <a:lstStyle/>
                    <a:p>
                      <a:pPr>
                        <a:buNone/>
                      </a:pPr>
                      <a:r>
                        <a:rPr lang="en-US" sz="2800"/>
                        <a:t>Modèles ML et pipeline Airflow</a:t>
                      </a:r>
                    </a:p>
                  </a:txBody>
                  <a:tcPr marL="144431" marR="144431" marT="72216" marB="72216" anchor="ctr"/>
                </a:tc>
                <a:extLst>
                  <a:ext uri="{0D108BD9-81ED-4DB2-BD59-A6C34878D82A}">
                    <a16:rowId xmlns:a16="http://schemas.microsoft.com/office/drawing/2014/main" val="9008511"/>
                  </a:ext>
                </a:extLst>
              </a:tr>
              <a:tr h="635497">
                <a:tc>
                  <a:txBody>
                    <a:bodyPr/>
                    <a:lstStyle/>
                    <a:p>
                      <a:pPr>
                        <a:buNone/>
                      </a:pPr>
                      <a:r>
                        <a:rPr lang="en-US" sz="2800"/>
                        <a:t>Devs Platform / Owners</a:t>
                      </a:r>
                    </a:p>
                  </a:txBody>
                  <a:tcPr marL="144431" marR="144431" marT="72216" marB="72216" anchor="ctr"/>
                </a:tc>
                <a:tc>
                  <a:txBody>
                    <a:bodyPr/>
                    <a:lstStyle/>
                    <a:p>
                      <a:pPr>
                        <a:buNone/>
                      </a:pPr>
                      <a:r>
                        <a:rPr lang="en-US" sz="2800"/>
                        <a:t>BDD, APIs, webhooks et intégration</a:t>
                      </a:r>
                    </a:p>
                  </a:txBody>
                  <a:tcPr marL="144431" marR="144431" marT="72216" marB="72216" anchor="ctr"/>
                </a:tc>
                <a:extLst>
                  <a:ext uri="{0D108BD9-81ED-4DB2-BD59-A6C34878D82A}">
                    <a16:rowId xmlns:a16="http://schemas.microsoft.com/office/drawing/2014/main" val="4081758352"/>
                  </a:ext>
                </a:extLst>
              </a:tr>
              <a:tr h="635497">
                <a:tc>
                  <a:txBody>
                    <a:bodyPr/>
                    <a:lstStyle/>
                    <a:p>
                      <a:pPr>
                        <a:buNone/>
                      </a:pPr>
                      <a:r>
                        <a:rPr lang="en-US" sz="2800"/>
                        <a:t>Risk &amp; Compliance</a:t>
                      </a:r>
                    </a:p>
                  </a:txBody>
                  <a:tcPr marL="144431" marR="144431" marT="72216" marB="72216" anchor="ctr"/>
                </a:tc>
                <a:tc>
                  <a:txBody>
                    <a:bodyPr/>
                    <a:lstStyle/>
                    <a:p>
                      <a:pPr>
                        <a:buNone/>
                      </a:pPr>
                      <a:r>
                        <a:rPr lang="en-US" sz="2800"/>
                        <a:t>Contrôles réglementaires BAM / CNDP</a:t>
                      </a:r>
                    </a:p>
                  </a:txBody>
                  <a:tcPr marL="144431" marR="144431" marT="72216" marB="72216" anchor="ctr"/>
                </a:tc>
                <a:extLst>
                  <a:ext uri="{0D108BD9-81ED-4DB2-BD59-A6C34878D82A}">
                    <a16:rowId xmlns:a16="http://schemas.microsoft.com/office/drawing/2014/main" val="4140203958"/>
                  </a:ext>
                </a:extLst>
              </a:tr>
              <a:tr h="635497">
                <a:tc>
                  <a:txBody>
                    <a:bodyPr/>
                    <a:lstStyle/>
                    <a:p>
                      <a:pPr>
                        <a:buNone/>
                      </a:pPr>
                      <a:r>
                        <a:rPr lang="en-US" sz="2800"/>
                        <a:t>Marketing Ops</a:t>
                      </a:r>
                    </a:p>
                  </a:txBody>
                  <a:tcPr marL="144431" marR="144431" marT="72216" marB="72216" anchor="ctr"/>
                </a:tc>
                <a:tc>
                  <a:txBody>
                    <a:bodyPr/>
                    <a:lstStyle/>
                    <a:p>
                      <a:pPr>
                        <a:buNone/>
                      </a:pPr>
                      <a:r>
                        <a:rPr lang="en-US" sz="2800"/>
                        <a:t>Pilotes A/B Tests et suivi de conversion</a:t>
                      </a:r>
                    </a:p>
                  </a:txBody>
                  <a:tcPr marL="144431" marR="144431" marT="72216" marB="72216" anchor="ctr"/>
                </a:tc>
                <a:extLst>
                  <a:ext uri="{0D108BD9-81ED-4DB2-BD59-A6C34878D82A}">
                    <a16:rowId xmlns:a16="http://schemas.microsoft.com/office/drawing/2014/main" val="4271389100"/>
                  </a:ext>
                </a:extLst>
              </a:tr>
            </a:tbl>
          </a:graphicData>
        </a:graphic>
      </p:graphicFrame>
    </p:spTree>
    <p:extLst>
      <p:ext uri="{BB962C8B-B14F-4D97-AF65-F5344CB8AC3E}">
        <p14:creationId xmlns:p14="http://schemas.microsoft.com/office/powerpoint/2010/main" val="417684200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C1223-A78B-A1DA-741B-3F3873ACAE06}"/>
              </a:ext>
            </a:extLst>
          </p:cNvPr>
          <p:cNvSpPr>
            <a:spLocks noGrp="1"/>
          </p:cNvSpPr>
          <p:nvPr>
            <p:ph type="ctrTitle"/>
          </p:nvPr>
        </p:nvSpPr>
        <p:spPr>
          <a:xfrm>
            <a:off x="533400" y="1143000"/>
            <a:ext cx="8576636" cy="5271008"/>
          </a:xfrm>
        </p:spPr>
        <p:txBody>
          <a:bodyPr anchor="b">
            <a:normAutofit/>
          </a:bodyPr>
          <a:lstStyle/>
          <a:p>
            <a:r>
              <a:rPr lang="en-US"/>
              <a:t>Conclusion</a:t>
            </a:r>
          </a:p>
        </p:txBody>
      </p:sp>
    </p:spTree>
    <p:extLst>
      <p:ext uri="{BB962C8B-B14F-4D97-AF65-F5344CB8AC3E}">
        <p14:creationId xmlns:p14="http://schemas.microsoft.com/office/powerpoint/2010/main" val="28354821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C0BE6-F24A-EA23-6754-12A2E023214F}"/>
              </a:ext>
            </a:extLst>
          </p:cNvPr>
          <p:cNvSpPr>
            <a:spLocks noGrp="1"/>
          </p:cNvSpPr>
          <p:nvPr>
            <p:ph type="title"/>
          </p:nvPr>
        </p:nvSpPr>
        <p:spPr>
          <a:xfrm>
            <a:off x="7229478" y="1016955"/>
            <a:ext cx="4429122" cy="1328932"/>
          </a:xfrm>
        </p:spPr>
        <p:txBody>
          <a:bodyPr anchor="b">
            <a:normAutofit/>
          </a:bodyPr>
          <a:lstStyle/>
          <a:p>
            <a:r>
              <a:rPr lang="en-US" sz="3100"/>
              <a:t>Bénéfices Attendus &amp; Prochaines Étapes</a:t>
            </a:r>
          </a:p>
        </p:txBody>
      </p:sp>
      <p:pic>
        <p:nvPicPr>
          <p:cNvPr id="5" name="Content Placeholder 4" descr="Des icônes d’hommes d’affaires et de femmes d’affaires dessinées à la main, en rouge et noir, sont reliées aléatoirement par des flèches sur fond blanc. Cette image montre les réseaux sociaux et la communication en ligne entre les gens d’affaires.">
            <a:extLst>
              <a:ext uri="{FF2B5EF4-FFF2-40B4-BE49-F238E27FC236}">
                <a16:creationId xmlns:a16="http://schemas.microsoft.com/office/drawing/2014/main" id="{EE1AF2D4-76EA-48DA-9214-9DD75CCEEA21}"/>
              </a:ext>
            </a:extLst>
          </p:cNvPr>
          <p:cNvPicPr>
            <a:picLocks noGrp="1" noChangeAspect="1"/>
          </p:cNvPicPr>
          <p:nvPr>
            <p:ph type="pic" sz="quarter" idx="13"/>
          </p:nvPr>
        </p:nvPicPr>
        <p:blipFill>
          <a:blip r:embed="rId3"/>
          <a:srcRect l="21245" r="15564" b="-2"/>
          <a:stretch>
            <a:fillRect/>
          </a:stretch>
        </p:blipFill>
        <p:spPr>
          <a:xfrm>
            <a:off x="20" y="16383"/>
            <a:ext cx="6492220" cy="6858000"/>
          </a:xfrm>
        </p:spPr>
      </p:pic>
      <p:sp>
        <p:nvSpPr>
          <p:cNvPr id="4" name="Content Placeholder 3">
            <a:extLst>
              <a:ext uri="{FF2B5EF4-FFF2-40B4-BE49-F238E27FC236}">
                <a16:creationId xmlns:a16="http://schemas.microsoft.com/office/drawing/2014/main" id="{7BC87D6C-42E7-82C7-A81F-8A8F37B85F2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29478" y="2495233"/>
            <a:ext cx="4429121" cy="3727767"/>
          </a:xfrm>
        </p:spPr>
        <p:txBody>
          <a:bodyPr>
            <a:normAutofit/>
          </a:bodyPr>
          <a:lstStyle/>
          <a:p>
            <a:pPr marL="0" lvl="0" indent="0">
              <a:spcBef>
                <a:spcPts val="2500"/>
              </a:spcBef>
              <a:buFont typeface="Arial" panose="020B0604020202020204" pitchFamily="34" charset="0"/>
              <a:buNone/>
            </a:pPr>
            <a:r>
              <a:rPr lang="en-US" b="1"/>
              <a:t>Amélioration des performances marketing</a:t>
            </a:r>
          </a:p>
          <a:p>
            <a:pPr marL="0" lvl="1" indent="0">
              <a:buFont typeface="Arial" panose="020B0604020202020204" pitchFamily="34" charset="0"/>
              <a:buNone/>
            </a:pPr>
            <a:r>
              <a:rPr lang="en-US"/>
              <a:t>L’agent IA prédictif permet d’augmenter les taux de conversion de 25 % à 40 % grâce à un ciblage pertinent et une personnalisation améliorée.</a:t>
            </a:r>
          </a:p>
          <a:p>
            <a:pPr marL="0" lvl="0" indent="0">
              <a:spcBef>
                <a:spcPts val="2500"/>
              </a:spcBef>
              <a:buFont typeface="Arial" panose="020B0604020202020204" pitchFamily="34" charset="0"/>
              <a:buNone/>
            </a:pPr>
            <a:r>
              <a:rPr lang="en-US" b="1"/>
              <a:t>Réduction des coûts et conformité</a:t>
            </a:r>
          </a:p>
          <a:p>
            <a:pPr marL="0" lvl="1" indent="0">
              <a:buFont typeface="Arial" panose="020B0604020202020204" pitchFamily="34" charset="0"/>
              <a:buNone/>
            </a:pPr>
            <a:r>
              <a:rPr lang="en-US"/>
              <a:t>La sélection intelligente des canaux réduit les coûts d’envoi jusqu’à 30 % et les mécanismes automatiques diminuent les risques réglementaires.</a:t>
            </a:r>
          </a:p>
          <a:p>
            <a:pPr marL="0" lvl="0" indent="0">
              <a:spcBef>
                <a:spcPts val="2500"/>
              </a:spcBef>
              <a:buFont typeface="Arial" panose="020B0604020202020204" pitchFamily="34" charset="0"/>
              <a:buNone/>
            </a:pPr>
            <a:r>
              <a:rPr lang="en-US" b="1"/>
              <a:t>Prochaine étape : atelier technique</a:t>
            </a:r>
          </a:p>
          <a:p>
            <a:pPr marL="0" lvl="1" indent="0">
              <a:buFont typeface="Arial" panose="020B0604020202020204" pitchFamily="34" charset="0"/>
              <a:buNone/>
            </a:pPr>
            <a:r>
              <a:rPr lang="en-US"/>
              <a:t>Organiser un atelier réunissant équipes Data, Développement et Architecture pour valider les schémas SQL, API et modalités d’intégration.</a:t>
            </a:r>
          </a:p>
        </p:txBody>
      </p:sp>
    </p:spTree>
    <p:extLst>
      <p:ext uri="{BB962C8B-B14F-4D97-AF65-F5344CB8AC3E}">
        <p14:creationId xmlns:p14="http://schemas.microsoft.com/office/powerpoint/2010/main" val="37311055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Modulo">
  <a:themeElements>
    <a:clrScheme name="Project Status Report">
      <a:dk1>
        <a:srgbClr val="000000"/>
      </a:dk1>
      <a:lt1>
        <a:srgbClr val="FFFFFF"/>
      </a:lt1>
      <a:dk2>
        <a:srgbClr val="3B4546"/>
      </a:dk2>
      <a:lt2>
        <a:srgbClr val="E7E6E6"/>
      </a:lt2>
      <a:accent1>
        <a:srgbClr val="B36041"/>
      </a:accent1>
      <a:accent2>
        <a:srgbClr val="6F8185"/>
      </a:accent2>
      <a:accent3>
        <a:srgbClr val="C78F8F"/>
      </a:accent3>
      <a:accent4>
        <a:srgbClr val="647961"/>
      </a:accent4>
      <a:accent5>
        <a:srgbClr val="B09C54"/>
      </a:accent5>
      <a:accent6>
        <a:srgbClr val="9AA749"/>
      </a:accent6>
      <a:hlink>
        <a:srgbClr val="75A073"/>
      </a:hlink>
      <a:folHlink>
        <a:srgbClr val="BD9C5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ulo_Copilot Layouts_win32_SD_V6" id="{49C5632F-1D3A-4333-ABAA-E3191A9D5D1B}" vid="{9EF76739-2083-4254-82E9-ECA94F6BD3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19</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Modulo</vt:lpstr>
      <vt:lpstr>Intégration d'un Agent IA Prédictif dans notre Solution de Marketing Automation</vt:lpstr>
      <vt:lpstr>Introduction</vt:lpstr>
      <vt:lpstr>Titre &amp; Introduction</vt:lpstr>
      <vt:lpstr>Constat Actuel vs Vision Produit</vt:lpstr>
      <vt:lpstr>Du moteur statique vers un moteur intelligent piloté par IA</vt:lpstr>
      <vt:lpstr>Capacités IA</vt:lpstr>
      <vt:lpstr>Les 4 nouvelles capacités de la solution</vt:lpstr>
      <vt:lpstr>Architecture Technique</vt:lpstr>
      <vt:lpstr>Architecture &amp; Intégration Technique Non Intrusive</vt:lpstr>
      <vt:lpstr>Sécurité et Conformité</vt:lpstr>
      <vt:lpstr>Sécurité, Conformité &amp; Gestion des Risques</vt:lpstr>
      <vt:lpstr>Impacts Fonctionnels</vt:lpstr>
      <vt:lpstr>Impact sur la Base de Données et les Interfaces</vt:lpstr>
      <vt:lpstr>Roadmap</vt:lpstr>
      <vt:lpstr>Feuille de Route du Projet sur 10 Semaines</vt:lpstr>
      <vt:lpstr>Organisation Projet</vt:lpstr>
      <vt:lpstr>Rôles &amp; Responsabilités</vt:lpstr>
      <vt:lpstr>Conclusion</vt:lpstr>
      <vt:lpstr>Bénéfices Attendus &amp; Prochaines Étapes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Amine.Ghaouta.Ext@cihbank.ma</dc:creator>
  <cp:lastModifiedBy>Amine.Ghaouta.Ext@cihbank.ma</cp:lastModifiedBy>
  <cp:revision>3</cp:revision>
  <dcterms:modified xsi:type="dcterms:W3CDTF">2026-07-27T11:15:40Z</dcterms:modified>
</cp:coreProperties>
</file>